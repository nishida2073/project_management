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4" r:id="rId6"/>
    <p:sldId id="273" r:id="rId7"/>
    <p:sldId id="275" r:id="rId8"/>
    <p:sldId id="276" r:id="rId9"/>
    <p:sldId id="272" r:id="rId10"/>
    <p:sldId id="260" r:id="rId11"/>
    <p:sldId id="261" r:id="rId12"/>
    <p:sldId id="263" r:id="rId13"/>
    <p:sldId id="262" r:id="rId14"/>
    <p:sldId id="266" r:id="rId15"/>
    <p:sldId id="264" r:id="rId16"/>
    <p:sldId id="265" r:id="rId17"/>
    <p:sldId id="271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184" autoAdjust="0"/>
  </p:normalViewPr>
  <p:slideViewPr>
    <p:cSldViewPr snapToGrid="0">
      <p:cViewPr varScale="1">
        <p:scale>
          <a:sx n="77" d="100"/>
          <a:sy n="77" d="100"/>
        </p:scale>
        <p:origin x="8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76F8B04-037C-E36C-525F-8E779F3A7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537" y="3233737"/>
            <a:ext cx="8162925" cy="39052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A00E1A2-2B04-234C-9C72-0F2D6464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944" y="1385498"/>
            <a:ext cx="8169348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0473A-43CD-2945-2B4B-F329EE91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FCC7CC3-45E8-85C2-099A-4DDFCB51BFC1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C259335-2A70-3A27-7F7B-EFA3EED8FD7E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87A3AA2A-0798-3F91-CF88-03B08DFAAF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A77A1BAF-D298-AE43-6CC8-2B36276DE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30B83741-8F1A-F257-5C98-AAE8E885C9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371FF60-9EFB-524D-7E9B-61201D0D39F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E721660B-00FC-8E51-362E-B65D5E42B2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599" y="2728755"/>
            <a:ext cx="2781300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856951-5FF6-03B2-5989-DDAC1C43DDDC}"/>
              </a:ext>
            </a:extLst>
          </p:cNvPr>
          <p:cNvSpPr/>
          <p:nvPr/>
        </p:nvSpPr>
        <p:spPr>
          <a:xfrm>
            <a:off x="6939467" y="4678357"/>
            <a:ext cx="2284046" cy="2601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DADF14-9B81-3E90-C5F8-AA75B4385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17268" y="1065002"/>
            <a:ext cx="5114987" cy="254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5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54207-C4BE-49E4-15E3-3357DE1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46A0B01-36A9-4DAE-AA9B-6EB7FAA1D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468" y="1441175"/>
            <a:ext cx="3147239" cy="45223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99A7BFD-73F0-6402-27CD-A914C3AD6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431" y="3036404"/>
            <a:ext cx="1186899" cy="23357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9DBA6C0-8683-9BA5-A827-81F478BB15C2}"/>
              </a:ext>
            </a:extLst>
          </p:cNvPr>
          <p:cNvSpPr/>
          <p:nvPr/>
        </p:nvSpPr>
        <p:spPr>
          <a:xfrm>
            <a:off x="3622876" y="5000610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1503DE-EC94-76CE-0C5C-40C608CCD085}"/>
              </a:ext>
            </a:extLst>
          </p:cNvPr>
          <p:cNvSpPr/>
          <p:nvPr/>
        </p:nvSpPr>
        <p:spPr>
          <a:xfrm>
            <a:off x="2899848" y="5699784"/>
            <a:ext cx="628543" cy="2335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496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4D157-DBD2-B98C-27BD-A057CD4E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804939-07DA-FCBF-A7B8-59131A1D0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0FE0CFD-E398-4C8D-75DC-FC64F6162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91" y="2268491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835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C5D09-3483-9543-8082-9225C8D8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81A3075-9D98-46CE-DA7C-5309430CFB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9ECBF0-3419-CC72-9985-C3DF32387F37}"/>
              </a:ext>
            </a:extLst>
          </p:cNvPr>
          <p:cNvSpPr/>
          <p:nvPr/>
        </p:nvSpPr>
        <p:spPr>
          <a:xfrm>
            <a:off x="6810258" y="3298901"/>
            <a:ext cx="1429281" cy="2294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D69A5FC-83A9-FA0A-2755-A10DA464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1656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3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047A1-B2E5-97F5-3435-3A5ACCB2B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4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357873D2-FF25-76AE-60C8-1A894D354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" y="966787"/>
            <a:ext cx="12144375" cy="492442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692168A-1164-A1AC-CBED-FD7510B5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38054" y="971314"/>
            <a:ext cx="12144285" cy="491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7D730BF-E02C-6532-352C-0516AE763F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" y="966787"/>
            <a:ext cx="12144375" cy="492442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790223" y="1174044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76BD4EF-0AFE-5660-FD5F-9C99636A2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57" y="1121451"/>
            <a:ext cx="12144285" cy="491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BE07-4574-E6F7-42B5-A3311166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E660DC0E-47E1-D6A9-10C9-9A11326AC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76312"/>
            <a:ext cx="12134850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704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EB2432AC-E8A3-ECF5-8084-370FD22DA7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76312"/>
            <a:ext cx="12134850" cy="49053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8286045" y="1873956"/>
            <a:ext cx="3877380" cy="40077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E3B3497-E7E7-AD72-475B-12D59C794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3680" y="2286802"/>
            <a:ext cx="12150381" cy="492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5E849-9E44-7819-9B31-5219C8C16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D3ED5C7-C4D6-CD6E-1914-26F7F726E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2476500"/>
            <a:ext cx="3552825" cy="1905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97420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1D62B174-2D6D-BACC-D866-01C43C031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62025"/>
            <a:ext cx="12134850" cy="49339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8263468" y="1896533"/>
            <a:ext cx="3899958" cy="399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A31F292-9AA2-0FDF-395D-FB8D9E092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09" y="1117498"/>
            <a:ext cx="12150381" cy="495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344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75882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4541198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47711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118187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379203"/>
            <a:ext cx="613411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4541198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4541198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379203"/>
            <a:ext cx="6134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741080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4541198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27472" y="379203"/>
            <a:ext cx="502356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379203"/>
            <a:ext cx="9017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5963472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4541198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6697039" y="3253277"/>
            <a:ext cx="432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334187" y="3685277"/>
            <a:ext cx="435863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0"/>
            <a:endCxn id="29" idx="2"/>
          </p:cNvCxnSpPr>
          <p:nvPr/>
        </p:nvCxnSpPr>
        <p:spPr>
          <a:xfrm flipH="1" flipV="1">
            <a:off x="324952" y="775203"/>
            <a:ext cx="9235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957080" y="3685277"/>
            <a:ext cx="131807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951064" y="775203"/>
            <a:ext cx="6016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2"/>
            <a:endCxn id="31" idx="0"/>
          </p:cNvCxnSpPr>
          <p:nvPr/>
        </p:nvCxnSpPr>
        <p:spPr>
          <a:xfrm>
            <a:off x="6179472" y="3685277"/>
            <a:ext cx="123821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0"/>
            <a:endCxn id="33" idx="2"/>
          </p:cNvCxnSpPr>
          <p:nvPr/>
        </p:nvCxnSpPr>
        <p:spPr>
          <a:xfrm flipH="1" flipV="1">
            <a:off x="6178650" y="775203"/>
            <a:ext cx="822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2"/>
            <a:endCxn id="39" idx="0"/>
          </p:cNvCxnSpPr>
          <p:nvPr/>
        </p:nvCxnSpPr>
        <p:spPr>
          <a:xfrm>
            <a:off x="6913039" y="3685277"/>
            <a:ext cx="1350650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0"/>
            <a:endCxn id="36" idx="2"/>
          </p:cNvCxnSpPr>
          <p:nvPr/>
        </p:nvCxnSpPr>
        <p:spPr>
          <a:xfrm flipH="1" flipV="1">
            <a:off x="6902450" y="775203"/>
            <a:ext cx="10589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2"/>
            <a:endCxn id="5" idx="0"/>
          </p:cNvCxnSpPr>
          <p:nvPr/>
        </p:nvCxnSpPr>
        <p:spPr>
          <a:xfrm flipH="1">
            <a:off x="8960372" y="3685277"/>
            <a:ext cx="3339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5486548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1269872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8B9E1AFF-6BAB-D7FE-82BD-494C5265EB19}"/>
              </a:ext>
            </a:extLst>
          </p:cNvPr>
          <p:cNvSpPr/>
          <p:nvPr/>
        </p:nvSpPr>
        <p:spPr>
          <a:xfrm>
            <a:off x="-326571" y="957943"/>
            <a:ext cx="133956" cy="186145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799FE7CE-AE51-32FF-C9D0-A8CCB4004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4935"/>
            <a:ext cx="12192000" cy="598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27</Words>
  <Application>Microsoft Office PowerPoint</Application>
  <PresentationFormat>ワイド画面</PresentationFormat>
  <Paragraphs>20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52</cp:revision>
  <dcterms:created xsi:type="dcterms:W3CDTF">2026-09-04T16:32:46Z</dcterms:created>
  <dcterms:modified xsi:type="dcterms:W3CDTF">2026-09-10T07:19:44Z</dcterms:modified>
</cp:coreProperties>
</file>