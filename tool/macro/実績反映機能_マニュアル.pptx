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6" r:id="rId10"/>
    <p:sldId id="264" r:id="rId11"/>
    <p:sldId id="265" r:id="rId12"/>
    <p:sldId id="271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184" autoAdjust="0"/>
  </p:normalViewPr>
  <p:slideViewPr>
    <p:cSldViewPr snapToGrid="0">
      <p:cViewPr>
        <p:scale>
          <a:sx n="60" d="100"/>
          <a:sy n="60" d="100"/>
        </p:scale>
        <p:origin x="1478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1EA6525-1050-B2A0-92B2-F848BBDEF5A6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16DBE18-0552-1D3E-2885-B12C1ACEC962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2C7B5FB5-D47B-1355-B1C2-8D34D986FE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A8F669EC-A381-73BF-1399-A0F559C74A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F55DD261-68E0-057A-07E8-B2FAF8CF38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B975FBD-7559-42F6-6D96-229CCB23D23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EA29F5B-2B95-9CF8-C854-8CCA4C0F9E6F}"/>
              </a:ext>
            </a:extLst>
          </p:cNvPr>
          <p:cNvGrpSpPr/>
          <p:nvPr/>
        </p:nvGrpSpPr>
        <p:grpSpPr>
          <a:xfrm>
            <a:off x="1377245" y="3610526"/>
            <a:ext cx="1998133" cy="1644712"/>
            <a:chOff x="7963956" y="1719566"/>
            <a:chExt cx="1998133" cy="164471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6EBE089-FB34-8AA3-C7BA-8D012E3E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E9DEC0F-B8AE-FBBB-DB48-EDBECF138D46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8588A55B-FE94-9F6A-5821-C901D1285793}"/>
              </a:ext>
            </a:extLst>
          </p:cNvPr>
          <p:cNvSpPr/>
          <p:nvPr/>
        </p:nvSpPr>
        <p:spPr>
          <a:xfrm>
            <a:off x="7689969" y="4166764"/>
            <a:ext cx="666045" cy="7380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43F478B-FB12-8234-0678-2C065E276715}"/>
              </a:ext>
            </a:extLst>
          </p:cNvPr>
          <p:cNvGrpSpPr/>
          <p:nvPr/>
        </p:nvGrpSpPr>
        <p:grpSpPr>
          <a:xfrm>
            <a:off x="8780650" y="3586400"/>
            <a:ext cx="1998133" cy="1692965"/>
            <a:chOff x="496171" y="1815240"/>
            <a:chExt cx="1998133" cy="1692965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6726CA6E-ABBD-5654-BF08-AA863042C66E}"/>
                </a:ext>
              </a:extLst>
            </p:cNvPr>
            <p:cNvGrpSpPr/>
            <p:nvPr/>
          </p:nvGrpSpPr>
          <p:grpSpPr>
            <a:xfrm>
              <a:off x="697497" y="2139424"/>
              <a:ext cx="1595480" cy="1368781"/>
              <a:chOff x="1373127" y="3564639"/>
              <a:chExt cx="1595480" cy="1368781"/>
            </a:xfrm>
          </p:grpSpPr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21290D93-13CE-F334-A5E0-F4C03CE42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3127" y="3564639"/>
                <a:ext cx="1351620" cy="1308019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EE0F21BB-D8A3-E6C3-9F1E-C13DA4541B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7557" y="4295245"/>
                <a:ext cx="781050" cy="638175"/>
              </a:xfrm>
              <a:prstGeom prst="rect">
                <a:avLst/>
              </a:prstGeom>
            </p:spPr>
          </p:pic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E0864F87-1C75-ABE1-CE4F-B696AA5FABDE}"/>
                </a:ext>
              </a:extLst>
            </p:cNvPr>
            <p:cNvSpPr txBox="1"/>
            <p:nvPr/>
          </p:nvSpPr>
          <p:spPr>
            <a:xfrm>
              <a:off x="496171" y="1815240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A2DD918-140B-3178-E123-3AF6B37176E1}"/>
              </a:ext>
            </a:extLst>
          </p:cNvPr>
          <p:cNvSpPr txBox="1"/>
          <p:nvPr/>
        </p:nvSpPr>
        <p:spPr>
          <a:xfrm>
            <a:off x="3252943" y="3928333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800" b="1" dirty="0"/>
              <a:t>＋</a:t>
            </a:r>
          </a:p>
        </p:txBody>
      </p:sp>
      <p:sp>
        <p:nvSpPr>
          <p:cNvPr id="44" name="吹き出し: 角を丸めた四角形 43">
            <a:extLst>
              <a:ext uri="{FF2B5EF4-FFF2-40B4-BE49-F238E27FC236}">
                <a16:creationId xmlns:a16="http://schemas.microsoft.com/office/drawing/2014/main" id="{B8D78610-C95B-782B-49B4-9430305BA228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47272E-0C13-3905-4A4F-20692983572E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46" name="吹き出し: 角を丸めた四角形 45">
            <a:extLst>
              <a:ext uri="{FF2B5EF4-FFF2-40B4-BE49-F238E27FC236}">
                <a16:creationId xmlns:a16="http://schemas.microsoft.com/office/drawing/2014/main" id="{A81B923D-6EBC-35F6-42C5-8A705FEA6403}"/>
              </a:ext>
            </a:extLst>
          </p:cNvPr>
          <p:cNvSpPr/>
          <p:nvPr/>
        </p:nvSpPr>
        <p:spPr>
          <a:xfrm>
            <a:off x="2059359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312B137-D2D4-3806-1302-51B01B7C8338}"/>
              </a:ext>
            </a:extLst>
          </p:cNvPr>
          <p:cNvSpPr/>
          <p:nvPr/>
        </p:nvSpPr>
        <p:spPr>
          <a:xfrm>
            <a:off x="2289730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sp>
        <p:nvSpPr>
          <p:cNvPr id="48" name="吹き出し: 角を丸めた四角形 47">
            <a:extLst>
              <a:ext uri="{FF2B5EF4-FFF2-40B4-BE49-F238E27FC236}">
                <a16:creationId xmlns:a16="http://schemas.microsoft.com/office/drawing/2014/main" id="{6B12D8DF-009E-1F94-DDF5-C1B5391511A3}"/>
              </a:ext>
            </a:extLst>
          </p:cNvPr>
          <p:cNvSpPr/>
          <p:nvPr/>
        </p:nvSpPr>
        <p:spPr>
          <a:xfrm>
            <a:off x="9417703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C36A8FE-76CB-0F45-6BA6-8A145CE21735}"/>
              </a:ext>
            </a:extLst>
          </p:cNvPr>
          <p:cNvSpPr/>
          <p:nvPr/>
        </p:nvSpPr>
        <p:spPr>
          <a:xfrm>
            <a:off x="9648074" y="233320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ACCB60C6-F188-DF42-2121-7E8DACFCECD2}"/>
              </a:ext>
            </a:extLst>
          </p:cNvPr>
          <p:cNvSpPr/>
          <p:nvPr/>
        </p:nvSpPr>
        <p:spPr>
          <a:xfrm>
            <a:off x="9654347" y="284205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F3D7641-F8ED-1E56-9C3F-123D482A0E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576" y="1468966"/>
            <a:ext cx="9400847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F74C-3143-92D3-CBD6-6DAF679D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DBA139-3C03-E398-A67D-234DE4D1F9B9}"/>
              </a:ext>
            </a:extLst>
          </p:cNvPr>
          <p:cNvGrpSpPr/>
          <p:nvPr/>
        </p:nvGrpSpPr>
        <p:grpSpPr>
          <a:xfrm>
            <a:off x="7620001" y="3165385"/>
            <a:ext cx="1998133" cy="1644712"/>
            <a:chOff x="7963956" y="1719566"/>
            <a:chExt cx="1998133" cy="164471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6DB4F75-9BD0-AB75-828C-2AD7D2DE6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1BFC698-5F2C-4418-42D3-C6B1DFE36179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A3B7A23F-6241-4F35-ADBC-E4EB5B8D4658}"/>
              </a:ext>
            </a:extLst>
          </p:cNvPr>
          <p:cNvSpPr/>
          <p:nvPr/>
        </p:nvSpPr>
        <p:spPr>
          <a:xfrm>
            <a:off x="8302115" y="1631558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FA8968-19C7-9FD0-4CEA-203CF182D801}"/>
              </a:ext>
            </a:extLst>
          </p:cNvPr>
          <p:cNvSpPr/>
          <p:nvPr/>
        </p:nvSpPr>
        <p:spPr>
          <a:xfrm>
            <a:off x="8532486" y="2057402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1AC35BB-AA61-79A8-9DC3-24558492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339" y="1631558"/>
            <a:ext cx="1999661" cy="318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F6AA5-DBB9-475A-118F-79AE078C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74B76F1-4802-C5C6-9B4A-476F25207468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7144CC3B-E5D4-7F89-D891-8525F07326B0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BB7BCEA7-22A1-18E9-BDBE-496316743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4868DB1C-A432-C538-37DD-4478DF0DE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C42C7B55-81EF-2ED9-AE47-66FBD8504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10D2556-04D1-1391-EE3C-6624203D15D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8178C789-C327-668E-137B-54B702265A5C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393D6F-5B5D-EFBE-4B2B-933AADFD788B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D0E16B7D-A960-369D-EF1D-C48BF3C53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287" y="1828661"/>
            <a:ext cx="199966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28A8-4F1C-6AD1-9616-39E6E368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591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CE00-0425-3FA3-1B14-16AC1E273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357873D2-FF25-76AE-60C8-1A894D354D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" y="966787"/>
            <a:ext cx="12144375" cy="492442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692168A-1164-A1AC-CBED-FD7510B5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38054" y="971314"/>
            <a:ext cx="12144285" cy="491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141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1D145-4925-1631-FC6E-D19BE38D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7D730BF-E02C-6532-352C-0516AE763F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" y="966787"/>
            <a:ext cx="12144375" cy="492442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12483DD-24C8-3F23-A457-C493141769DB}"/>
              </a:ext>
            </a:extLst>
          </p:cNvPr>
          <p:cNvSpPr/>
          <p:nvPr/>
        </p:nvSpPr>
        <p:spPr>
          <a:xfrm>
            <a:off x="790223" y="1174044"/>
            <a:ext cx="745066" cy="2935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76BD4EF-0AFE-5660-FD5F-9C99636A2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57" y="1121451"/>
            <a:ext cx="12144285" cy="491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167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B715-9526-8768-AA93-16D320B3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093C990-0DCD-0E85-4A9C-523749EE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0" y="836801"/>
            <a:ext cx="5621514" cy="40851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C07A17-12CE-269F-D574-ACB079C59784}"/>
              </a:ext>
            </a:extLst>
          </p:cNvPr>
          <p:cNvSpPr/>
          <p:nvPr/>
        </p:nvSpPr>
        <p:spPr>
          <a:xfrm>
            <a:off x="4075289" y="4346222"/>
            <a:ext cx="2167465" cy="191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A6E171-5FB1-E071-9DE8-DCFC79C33FFA}"/>
              </a:ext>
            </a:extLst>
          </p:cNvPr>
          <p:cNvSpPr/>
          <p:nvPr/>
        </p:nvSpPr>
        <p:spPr>
          <a:xfrm>
            <a:off x="6338711" y="4628444"/>
            <a:ext cx="784577" cy="1919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26070B1-5943-AB62-AB03-D29F0C9F5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07" y="1374470"/>
            <a:ext cx="5645385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9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BE07-4574-E6F7-42B5-A33111669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E660DC0E-47E1-D6A9-10C9-9A11326AC6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76312"/>
            <a:ext cx="12134850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704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5B73-FF7F-012A-49ED-C6064AC0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EB2432AC-E8A3-ECF5-8084-370FD22DA7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76312"/>
            <a:ext cx="12134850" cy="49053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BA593A-81A3-261D-AB79-56CC10842577}"/>
              </a:ext>
            </a:extLst>
          </p:cNvPr>
          <p:cNvSpPr/>
          <p:nvPr/>
        </p:nvSpPr>
        <p:spPr>
          <a:xfrm>
            <a:off x="8286045" y="1873956"/>
            <a:ext cx="3877380" cy="40077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E3B3497-E7E7-AD72-475B-12D59C794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3680" y="2286802"/>
            <a:ext cx="12150381" cy="492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454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5E849-9E44-7819-9B31-5219C8C16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D3ED5C7-C4D6-CD6E-1914-26F7F726E1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2476500"/>
            <a:ext cx="3552825" cy="1905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97420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4F35-B138-8002-2560-43DB6101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1D62B174-2D6D-BACC-D866-01C43C031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62025"/>
            <a:ext cx="12134850" cy="49339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B2022D-1AB4-FB0E-9058-B32115F15623}"/>
              </a:ext>
            </a:extLst>
          </p:cNvPr>
          <p:cNvSpPr/>
          <p:nvPr/>
        </p:nvSpPr>
        <p:spPr>
          <a:xfrm>
            <a:off x="8263468" y="1896533"/>
            <a:ext cx="3899958" cy="399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A31F292-9AA2-0FDF-395D-FB8D9E092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09" y="1117498"/>
            <a:ext cx="12150381" cy="495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748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1E3D-45CC-27B1-3F8E-B4BB834E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図 34">
            <a:extLst>
              <a:ext uri="{FF2B5EF4-FFF2-40B4-BE49-F238E27FC236}">
                <a16:creationId xmlns:a16="http://schemas.microsoft.com/office/drawing/2014/main" id="{D5DE0F7C-EABF-06BE-3C21-BE5B4B8FF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18621"/>
            <a:ext cx="12192000" cy="282577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4D2F92D-B735-10F9-5DF4-0122547C4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9575"/>
            <a:ext cx="12192000" cy="321942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EFE8AA9-B133-D828-A97F-FEA60C9F9B01}"/>
              </a:ext>
            </a:extLst>
          </p:cNvPr>
          <p:cNvSpPr/>
          <p:nvPr/>
        </p:nvSpPr>
        <p:spPr>
          <a:xfrm>
            <a:off x="8697905" y="874891"/>
            <a:ext cx="524934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AAA750E-3658-9999-BC20-E036F07F6C4F}"/>
              </a:ext>
            </a:extLst>
          </p:cNvPr>
          <p:cNvSpPr txBox="1"/>
          <p:nvPr/>
        </p:nvSpPr>
        <p:spPr>
          <a:xfrm>
            <a:off x="8752623" y="382369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211604-386D-ED3E-6CE2-869EF1A66A16}"/>
              </a:ext>
            </a:extLst>
          </p:cNvPr>
          <p:cNvSpPr txBox="1"/>
          <p:nvPr/>
        </p:nvSpPr>
        <p:spPr>
          <a:xfrm>
            <a:off x="597160" y="382369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②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6419135-2FAE-4F81-31F5-9AE03CD631EC}"/>
              </a:ext>
            </a:extLst>
          </p:cNvPr>
          <p:cNvSpPr/>
          <p:nvPr/>
        </p:nvSpPr>
        <p:spPr>
          <a:xfrm>
            <a:off x="644358" y="4688040"/>
            <a:ext cx="613411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EBCB6DE-A2D4-BB11-9B37-1D9BB8C0B10C}"/>
              </a:ext>
            </a:extLst>
          </p:cNvPr>
          <p:cNvSpPr/>
          <p:nvPr/>
        </p:nvSpPr>
        <p:spPr>
          <a:xfrm>
            <a:off x="1925647" y="874891"/>
            <a:ext cx="699019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27B6557-D340-A2EF-B63E-38420E2AED21}"/>
              </a:ext>
            </a:extLst>
          </p:cNvPr>
          <p:cNvSpPr/>
          <p:nvPr/>
        </p:nvSpPr>
        <p:spPr>
          <a:xfrm>
            <a:off x="568708" y="874891"/>
            <a:ext cx="468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9A2084-BB49-0EA4-2B71-D5D8F301C21C}"/>
              </a:ext>
            </a:extLst>
          </p:cNvPr>
          <p:cNvSpPr/>
          <p:nvPr/>
        </p:nvSpPr>
        <p:spPr>
          <a:xfrm>
            <a:off x="18246" y="4688040"/>
            <a:ext cx="613412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24F8807-FE80-09F9-04C7-F899B1F59206}"/>
              </a:ext>
            </a:extLst>
          </p:cNvPr>
          <p:cNvSpPr txBox="1"/>
          <p:nvPr/>
        </p:nvSpPr>
        <p:spPr>
          <a:xfrm>
            <a:off x="1633711" y="382369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③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FFB9C9-0FFE-1090-E9A7-354BBF718458}"/>
              </a:ext>
            </a:extLst>
          </p:cNvPr>
          <p:cNvSpPr/>
          <p:nvPr/>
        </p:nvSpPr>
        <p:spPr>
          <a:xfrm>
            <a:off x="7021689" y="874891"/>
            <a:ext cx="792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697B7AC-0C86-A23A-B1F1-C3A840F3B899}"/>
              </a:ext>
            </a:extLst>
          </p:cNvPr>
          <p:cNvSpPr/>
          <p:nvPr/>
        </p:nvSpPr>
        <p:spPr>
          <a:xfrm>
            <a:off x="5949244" y="4688040"/>
            <a:ext cx="502356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EFED2DD3-0E40-581C-7D7A-A79C0D100D24}"/>
              </a:ext>
            </a:extLst>
          </p:cNvPr>
          <p:cNvSpPr/>
          <p:nvPr/>
        </p:nvSpPr>
        <p:spPr>
          <a:xfrm>
            <a:off x="6451600" y="4688040"/>
            <a:ext cx="9017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C980855-FCC6-EA93-A0C4-F6D42C45EEF9}"/>
              </a:ext>
            </a:extLst>
          </p:cNvPr>
          <p:cNvSpPr txBox="1"/>
          <p:nvPr/>
        </p:nvSpPr>
        <p:spPr>
          <a:xfrm>
            <a:off x="7019389" y="382369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④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6EF55AD-B013-2620-EAE7-6FA70DC820EA}"/>
              </a:ext>
            </a:extLst>
          </p:cNvPr>
          <p:cNvSpPr/>
          <p:nvPr/>
        </p:nvSpPr>
        <p:spPr>
          <a:xfrm>
            <a:off x="7813689" y="874891"/>
            <a:ext cx="900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7B589EA-3441-EC71-43C7-D1349672E776}"/>
              </a:ext>
            </a:extLst>
          </p:cNvPr>
          <p:cNvSpPr txBox="1"/>
          <p:nvPr/>
        </p:nvSpPr>
        <p:spPr>
          <a:xfrm>
            <a:off x="7611440" y="3823690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⑤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C78B7126-C44C-17CE-57F9-F805E1AE36F7}"/>
              </a:ext>
            </a:extLst>
          </p:cNvPr>
          <p:cNvCxnSpPr>
            <a:stCxn id="21" idx="0"/>
            <a:endCxn id="28" idx="2"/>
          </p:cNvCxnSpPr>
          <p:nvPr/>
        </p:nvCxnSpPr>
        <p:spPr>
          <a:xfrm flipH="1" flipV="1">
            <a:off x="802708" y="3394891"/>
            <a:ext cx="2201" cy="4287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B4B91AA-CE16-5D37-870B-DD47267F7E82}"/>
              </a:ext>
            </a:extLst>
          </p:cNvPr>
          <p:cNvCxnSpPr>
            <a:cxnSpLocks/>
            <a:stCxn id="21" idx="2"/>
            <a:endCxn id="29" idx="0"/>
          </p:cNvCxnSpPr>
          <p:nvPr/>
        </p:nvCxnSpPr>
        <p:spPr>
          <a:xfrm flipH="1">
            <a:off x="324952" y="4193022"/>
            <a:ext cx="479957" cy="4950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32458B41-47ED-F638-1248-A3D2E7F83167}"/>
              </a:ext>
            </a:extLst>
          </p:cNvPr>
          <p:cNvCxnSpPr>
            <a:cxnSpLocks/>
            <a:stCxn id="30" idx="0"/>
            <a:endCxn id="27" idx="2"/>
          </p:cNvCxnSpPr>
          <p:nvPr/>
        </p:nvCxnSpPr>
        <p:spPr>
          <a:xfrm flipV="1">
            <a:off x="1841460" y="3394891"/>
            <a:ext cx="433697" cy="4287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E977892E-5046-C3E1-51B2-C89BC028C1D3}"/>
              </a:ext>
            </a:extLst>
          </p:cNvPr>
          <p:cNvCxnSpPr>
            <a:cxnSpLocks/>
            <a:stCxn id="30" idx="2"/>
            <a:endCxn id="26" idx="0"/>
          </p:cNvCxnSpPr>
          <p:nvPr/>
        </p:nvCxnSpPr>
        <p:spPr>
          <a:xfrm flipH="1">
            <a:off x="951064" y="4193022"/>
            <a:ext cx="890396" cy="4950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0874260-37BB-B5B9-6DE9-A73D904AB762}"/>
              </a:ext>
            </a:extLst>
          </p:cNvPr>
          <p:cNvCxnSpPr>
            <a:cxnSpLocks/>
            <a:stCxn id="38" idx="0"/>
            <a:endCxn id="31" idx="2"/>
          </p:cNvCxnSpPr>
          <p:nvPr/>
        </p:nvCxnSpPr>
        <p:spPr>
          <a:xfrm flipV="1">
            <a:off x="7227138" y="3394891"/>
            <a:ext cx="190551" cy="4287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00F3F67A-6B75-0BD1-0B02-F0FB55227A2C}"/>
              </a:ext>
            </a:extLst>
          </p:cNvPr>
          <p:cNvCxnSpPr>
            <a:cxnSpLocks/>
            <a:stCxn id="38" idx="2"/>
            <a:endCxn id="33" idx="0"/>
          </p:cNvCxnSpPr>
          <p:nvPr/>
        </p:nvCxnSpPr>
        <p:spPr>
          <a:xfrm flipH="1">
            <a:off x="6200422" y="4193022"/>
            <a:ext cx="1026716" cy="4950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5AE8E657-5846-10A2-5798-392495D9B9F5}"/>
              </a:ext>
            </a:extLst>
          </p:cNvPr>
          <p:cNvCxnSpPr>
            <a:cxnSpLocks/>
            <a:stCxn id="40" idx="0"/>
            <a:endCxn id="39" idx="2"/>
          </p:cNvCxnSpPr>
          <p:nvPr/>
        </p:nvCxnSpPr>
        <p:spPr>
          <a:xfrm flipV="1">
            <a:off x="7819189" y="3394891"/>
            <a:ext cx="444500" cy="4287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BD7EF7ED-BFB2-B08B-4FBC-60ACEE8AEE40}"/>
              </a:ext>
            </a:extLst>
          </p:cNvPr>
          <p:cNvCxnSpPr>
            <a:cxnSpLocks/>
            <a:stCxn id="40" idx="2"/>
            <a:endCxn id="36" idx="0"/>
          </p:cNvCxnSpPr>
          <p:nvPr/>
        </p:nvCxnSpPr>
        <p:spPr>
          <a:xfrm flipH="1">
            <a:off x="6902450" y="4193022"/>
            <a:ext cx="916739" cy="4950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B4A900B5-AFEE-2E1F-7B28-D8E6240D731D}"/>
              </a:ext>
            </a:extLst>
          </p:cNvPr>
          <p:cNvCxnSpPr>
            <a:cxnSpLocks/>
            <a:stCxn id="20" idx="0"/>
            <a:endCxn id="5" idx="2"/>
          </p:cNvCxnSpPr>
          <p:nvPr/>
        </p:nvCxnSpPr>
        <p:spPr>
          <a:xfrm flipV="1">
            <a:off x="8960372" y="3394891"/>
            <a:ext cx="0" cy="4287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6B14C8AF-48C2-22F4-9BB6-C07C4566B566}"/>
              </a:ext>
            </a:extLst>
          </p:cNvPr>
          <p:cNvSpPr txBox="1"/>
          <p:nvPr/>
        </p:nvSpPr>
        <p:spPr>
          <a:xfrm>
            <a:off x="-1881495" y="1820241"/>
            <a:ext cx="1784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計画算定シート</a:t>
            </a:r>
            <a:endParaRPr kumimoji="1" lang="ja-JP" altLang="en-US" b="1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26820F92-AC20-58CB-130F-6D8962431EC7}"/>
              </a:ext>
            </a:extLst>
          </p:cNvPr>
          <p:cNvSpPr txBox="1"/>
          <p:nvPr/>
        </p:nvSpPr>
        <p:spPr>
          <a:xfrm>
            <a:off x="-1739646" y="5578708"/>
            <a:ext cx="1500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実績シート</a:t>
            </a:r>
          </a:p>
        </p:txBody>
      </p:sp>
    </p:spTree>
    <p:extLst>
      <p:ext uri="{BB962C8B-B14F-4D97-AF65-F5344CB8AC3E}">
        <p14:creationId xmlns:p14="http://schemas.microsoft.com/office/powerpoint/2010/main" val="723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1174</TotalTime>
  <Words>25</Words>
  <Application>Microsoft Office PowerPoint</Application>
  <PresentationFormat>ワイド画面</PresentationFormat>
  <Paragraphs>19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50</cp:revision>
  <dcterms:created xsi:type="dcterms:W3CDTF">2026-09-04T16:32:46Z</dcterms:created>
  <dcterms:modified xsi:type="dcterms:W3CDTF">2026-09-08T05:48:04Z</dcterms:modified>
</cp:coreProperties>
</file>