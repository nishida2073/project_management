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74" r:id="rId6"/>
    <p:sldId id="273" r:id="rId7"/>
    <p:sldId id="275" r:id="rId8"/>
    <p:sldId id="276" r:id="rId9"/>
    <p:sldId id="272" r:id="rId10"/>
    <p:sldId id="260" r:id="rId11"/>
    <p:sldId id="261" r:id="rId12"/>
    <p:sldId id="263" r:id="rId13"/>
    <p:sldId id="266" r:id="rId14"/>
    <p:sldId id="278" r:id="rId15"/>
    <p:sldId id="279" r:id="rId16"/>
    <p:sldId id="265" r:id="rId17"/>
    <p:sldId id="27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184" autoAdjust="0"/>
  </p:normalViewPr>
  <p:slideViewPr>
    <p:cSldViewPr snapToGrid="0">
      <p:cViewPr varScale="1">
        <p:scale>
          <a:sx n="77" d="100"/>
          <a:sy n="77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C76F8B04-037C-E36C-525F-8E779F3A7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537" y="3233737"/>
            <a:ext cx="8162925" cy="39052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5A00E1A2-2B04-234C-9C72-0F2D6464F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944" y="1385498"/>
            <a:ext cx="8169348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0473A-43CD-2945-2B4B-F329EE91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FCC7CC3-45E8-85C2-099A-4DDFCB51BFC1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C259335-2A70-3A27-7F7B-EFA3EED8FD7E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87A3AA2A-0798-3F91-CF88-03B08DFAAF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A77A1BAF-D298-AE43-6CC8-2B36276DE0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30B83741-8F1A-F257-5C98-AAE8E885C9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A371FF60-9EFB-524D-7E9B-61201D0D39F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E721660B-00FC-8E51-362E-B65D5E42B2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599" y="2728755"/>
            <a:ext cx="2781300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856951-5FF6-03B2-5989-DDAC1C43DDDC}"/>
              </a:ext>
            </a:extLst>
          </p:cNvPr>
          <p:cNvSpPr/>
          <p:nvPr/>
        </p:nvSpPr>
        <p:spPr>
          <a:xfrm>
            <a:off x="6939467" y="4678357"/>
            <a:ext cx="2284046" cy="26019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DDADF14-9B81-3E90-C5F8-AA75B4385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17268" y="1065002"/>
            <a:ext cx="5114987" cy="254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5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54207-C4BE-49E4-15E3-3357DE1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46A0B01-36A9-4DAE-AA9B-6EB7FAA1D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468" y="1441175"/>
            <a:ext cx="3147239" cy="45223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899A7BFD-73F0-6402-27CD-A914C3AD6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1431" y="3036404"/>
            <a:ext cx="1186899" cy="23357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DBA6C0-8683-9BA5-A827-81F478BB15C2}"/>
              </a:ext>
            </a:extLst>
          </p:cNvPr>
          <p:cNvSpPr/>
          <p:nvPr/>
        </p:nvSpPr>
        <p:spPr>
          <a:xfrm>
            <a:off x="3622876" y="5000610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1503DE-EC94-76CE-0C5C-40C608CCD085}"/>
              </a:ext>
            </a:extLst>
          </p:cNvPr>
          <p:cNvSpPr/>
          <p:nvPr/>
        </p:nvSpPr>
        <p:spPr>
          <a:xfrm>
            <a:off x="2899848" y="5699784"/>
            <a:ext cx="628543" cy="2335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2496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4D157-DBD2-B98C-27BD-A057CD4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0804939-07DA-FCBF-A7B8-59131A1D0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0FE0CFD-E398-4C8D-75DC-FC64F6162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91" y="2268491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835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5D09-3483-9543-8082-9225C8D8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81A3075-9D98-46CE-DA7C-5309430CFB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3248025"/>
            <a:ext cx="5029200" cy="3619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9ECBF0-3419-CC72-9985-C3DF32387F37}"/>
              </a:ext>
            </a:extLst>
          </p:cNvPr>
          <p:cNvSpPr/>
          <p:nvPr/>
        </p:nvSpPr>
        <p:spPr>
          <a:xfrm>
            <a:off x="6810258" y="3298901"/>
            <a:ext cx="1429281" cy="2294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D69A5FC-83A9-FA0A-2755-A10DA464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51656"/>
            <a:ext cx="5029636" cy="35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047A1-B2E5-97F5-3435-3A5ACCB2B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F2D4BAA-FB73-CD3B-80B7-F72E152CF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E348735-4FFE-3820-EDB9-84B9758BA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9344"/>
            <a:ext cx="12192000" cy="42793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670954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37D827B-A307-C387-3D6B-598C059AA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436849"/>
            <a:ext cx="12192000" cy="428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FB38A-8140-7485-05E8-515892FDC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435"/>
            <a:ext cx="12192000" cy="428512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9402417" y="2226365"/>
            <a:ext cx="2761008" cy="33451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B96DD-6CE6-4162-83EA-72BF5A1F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C6D5A13-0BF0-5BBB-B26C-78C3B4FEDD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8791"/>
            <a:ext cx="12192000" cy="4300418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7AF274-79EB-BD17-23DC-5694880EE9CD}"/>
              </a:ext>
            </a:extLst>
          </p:cNvPr>
          <p:cNvSpPr/>
          <p:nvPr/>
        </p:nvSpPr>
        <p:spPr>
          <a:xfrm>
            <a:off x="1575415" y="1611366"/>
            <a:ext cx="641011" cy="17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2D96ABC-F9FA-D5D1-E252-C9431D42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70113" y="968832"/>
            <a:ext cx="12192000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208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EC9C0-CCD3-B806-ABF4-21DA0B2A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7002ABF-2B96-ABE5-8BA8-D8028175F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3372"/>
            <a:ext cx="12192000" cy="42712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20A8BE0-F220-A1F1-D261-C59251F9568B}"/>
              </a:ext>
            </a:extLst>
          </p:cNvPr>
          <p:cNvSpPr/>
          <p:nvPr/>
        </p:nvSpPr>
        <p:spPr>
          <a:xfrm>
            <a:off x="9382538" y="2196548"/>
            <a:ext cx="2780887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3D23AF5-D3A8-4393-FEDD-E667CE96E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52939" y="1269441"/>
            <a:ext cx="12192000" cy="429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39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30498F-4326-6412-F489-1379A104B1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0683"/>
            <a:ext cx="12192000" cy="42766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9382538" y="2196548"/>
            <a:ext cx="2780887" cy="33707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27</Words>
  <Application>Microsoft Office PowerPoint</Application>
  <PresentationFormat>ワイド画面</PresentationFormat>
  <Paragraphs>20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56</cp:revision>
  <dcterms:created xsi:type="dcterms:W3CDTF">2026-09-04T16:32:46Z</dcterms:created>
  <dcterms:modified xsi:type="dcterms:W3CDTF">2026-09-10T10:48:16Z</dcterms:modified>
</cp:coreProperties>
</file>