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74" r:id="rId6"/>
    <p:sldId id="273" r:id="rId7"/>
    <p:sldId id="275" r:id="rId8"/>
    <p:sldId id="276" r:id="rId9"/>
    <p:sldId id="272" r:id="rId10"/>
    <p:sldId id="260" r:id="rId11"/>
    <p:sldId id="261" r:id="rId12"/>
    <p:sldId id="263" r:id="rId13"/>
    <p:sldId id="266" r:id="rId14"/>
    <p:sldId id="278" r:id="rId15"/>
    <p:sldId id="279" r:id="rId16"/>
    <p:sldId id="265" r:id="rId17"/>
    <p:sldId id="271" r:id="rId1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184" autoAdjust="0"/>
  </p:normalViewPr>
  <p:slideViewPr>
    <p:cSldViewPr snapToGrid="0">
      <p:cViewPr varScale="1">
        <p:scale>
          <a:sx n="77" d="100"/>
          <a:sy n="77" d="100"/>
        </p:scale>
        <p:origin x="835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664234-FD8A-4A45-832D-EA9D63D2E844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15B7E8-AA9A-4423-B138-E3334F57F1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31848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A84E11-35A2-7B0B-EDF4-F8740AECA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46C241D-0D2C-A665-6957-3F4DB24E1E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FFE914-DD8A-AA6D-0100-65A03E63C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D2F235-0F93-9F2D-6F0A-484B16C0D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CD86A0C-9CC4-65EA-A97B-06D785373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6793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861C2B-2A7C-2DD6-9A7C-D7A51BBD9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32AE5C0-DF8C-2B4E-895E-7D6EE0266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FDE19E-EAE0-E555-112E-D0264E96C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AD9DEC8-08A8-F1FB-DE67-EA13C4097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D0DD51-9F13-C990-EAE2-EDA58492A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7710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B55F2C-2B4D-9895-03F6-680B28F25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8E4CB07-7C1F-CD63-FAAC-2BA139783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0850D2F-B75C-FDF1-E829-7B5AE9C6A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CFEB95-4A9D-AC9D-F4E8-C65C23CA3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EEFDBA-F932-1DEC-BD78-75DC4D29B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9374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F6C977-6BB4-5BB9-0061-EE5703C37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91F2918-9F82-2F56-43B5-CB5DE82F94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07532A2-2E5F-C658-999F-5EE09E303A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3B28348-C3DA-FBBE-5F76-1C298844C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6429C30-D03D-3097-6D41-77CD98ABB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59F55D7-B04E-FA45-BF59-92EF62158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6270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73576C-9C80-D00E-940C-5DB5959AC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2096D7E-C438-5336-EB7B-D0E74DA3C7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C8ADAB4-371B-A70A-1F70-894DD832CD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3FE877B-B2F3-A9FB-86A0-75EF6A1AAC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6D4D551-288C-CF5C-38AC-DD30735161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F67EC7A-7CE0-D8C6-1DEB-B841ED15C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7907315-47F0-B09F-E8A4-96FA79C1C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59152C2-0654-4C1C-BE47-C731BBA16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6702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354ADD-CD24-3441-29AC-2B67F872F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EDB6177-E380-095E-B506-C102BAC48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D5BF503-1E66-C34E-6B83-2B9F8DE33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A1AB96E-6506-F94A-4791-E2F75F5B1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97407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0B24BC6-5D30-B46B-E84A-5EBDE873D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247332C-1BA4-29DB-36F8-EFEBA7821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EE878B9-E910-5BFB-BC7A-7384FBA0F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7595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E4BF99-FAB3-9FBD-6D35-B5245CFF5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466F36B-3ECF-983E-FBE2-985C4C328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C531C3E-F288-2F65-0A41-CA28F3D2D7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D6B0C9E-1B87-696B-1E63-21F34F571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5B9A5B4-B304-EA72-9B6C-03FEDD331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643FB90-8340-2619-4B0C-CE76DBB31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1527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267CB2-3AC8-CEF9-E0FE-6E4DF5C8F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19D4475-F870-1FED-7196-55A2194B2B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EFCF9DD-E8E9-2E11-DAA3-4709446C15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8916DC0-F31A-9E41-2399-D22392AD8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9F6CFD4-F22A-A94E-5958-DF7BEA8C9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BA8BB79-35E7-DAA4-F99E-8499D74C7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2047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72A0FB-70F6-E3F5-4A8D-466AFDD2C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F6FD0F6-BF44-11FE-C5E0-E62D2036E4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AED3D8-012D-8D00-B32B-52DF8859D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4B94869-3F59-CF4E-D282-B655D7C2B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127205-62A7-42B8-5811-E736B06D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014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60904EF-1C4B-22C0-7609-B811C52AA0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BE6C8E5-3DC6-B80C-B3E6-A60E1247A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6AF550-65E4-D096-40BC-942AD333C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BA0BC3-3481-25B8-1D92-6EFE48C87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7371AEC-712F-C9F5-6436-F1F9C00D7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6056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63FB539-B248-DD52-FF5F-626FA6E9E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D1C7D5C-5C4E-02D2-D125-F4C8F4A937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736C42-4D8C-8C64-E98A-7F6C25F4FF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88909A-5A47-44E5-8560-CBEAA1DE666A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70B3609-D0CC-6287-3AAE-34E9BDA84F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48F574-4612-C02B-809A-6A314B55FE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453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JPG"/><Relationship Id="rId4" Type="http://schemas.openxmlformats.org/officeDocument/2006/relationships/image" Target="../media/image3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01EA6525-1050-B2A0-92B2-F848BBDEF5A6}"/>
              </a:ext>
            </a:extLst>
          </p:cNvPr>
          <p:cNvGrpSpPr/>
          <p:nvPr/>
        </p:nvGrpSpPr>
        <p:grpSpPr>
          <a:xfrm>
            <a:off x="4544900" y="3607254"/>
            <a:ext cx="1998133" cy="1651256"/>
            <a:chOff x="2505782" y="1719566"/>
            <a:chExt cx="1998133" cy="1651256"/>
          </a:xfrm>
        </p:grpSpPr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E16DBE18-0552-1D3E-2885-B12C1ACEC962}"/>
                </a:ext>
              </a:extLst>
            </p:cNvPr>
            <p:cNvGrpSpPr/>
            <p:nvPr/>
          </p:nvGrpSpPr>
          <p:grpSpPr>
            <a:xfrm>
              <a:off x="2790473" y="2040645"/>
              <a:ext cx="1571174" cy="1330177"/>
              <a:chOff x="2655006" y="1388534"/>
              <a:chExt cx="3369288" cy="2946470"/>
            </a:xfrm>
          </p:grpSpPr>
          <p:pic>
            <p:nvPicPr>
              <p:cNvPr id="13" name="図 12">
                <a:extLst>
                  <a:ext uri="{FF2B5EF4-FFF2-40B4-BE49-F238E27FC236}">
                    <a16:creationId xmlns:a16="http://schemas.microsoft.com/office/drawing/2014/main" id="{2C7B5FB5-D47B-1355-B1C2-8D34D986FE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55006" y="1388534"/>
                <a:ext cx="2838450" cy="2838450"/>
              </a:xfrm>
              <a:prstGeom prst="rect">
                <a:avLst/>
              </a:prstGeom>
            </p:spPr>
          </p:pic>
          <p:pic>
            <p:nvPicPr>
              <p:cNvPr id="10" name="図 9">
                <a:extLst>
                  <a:ext uri="{FF2B5EF4-FFF2-40B4-BE49-F238E27FC236}">
                    <a16:creationId xmlns:a16="http://schemas.microsoft.com/office/drawing/2014/main" id="{A8F669EC-A381-73BF-1399-A0F559C74A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186943" y="2285118"/>
                <a:ext cx="800100" cy="1282171"/>
              </a:xfrm>
              <a:prstGeom prst="rect">
                <a:avLst/>
              </a:prstGeom>
            </p:spPr>
          </p:pic>
          <p:pic>
            <p:nvPicPr>
              <p:cNvPr id="12" name="図 11">
                <a:extLst>
                  <a:ext uri="{FF2B5EF4-FFF2-40B4-BE49-F238E27FC236}">
                    <a16:creationId xmlns:a16="http://schemas.microsoft.com/office/drawing/2014/main" id="{F55DD261-68E0-057A-07E8-B2FAF8CF38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41059" y="2917544"/>
                <a:ext cx="1683235" cy="1417460"/>
              </a:xfrm>
              <a:prstGeom prst="rect">
                <a:avLst/>
              </a:prstGeom>
            </p:spPr>
          </p:pic>
        </p:grp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1B975FBD-7559-42F6-6D96-229CCB23D23F}"/>
                </a:ext>
              </a:extLst>
            </p:cNvPr>
            <p:cNvSpPr txBox="1"/>
            <p:nvPr/>
          </p:nvSpPr>
          <p:spPr>
            <a:xfrm>
              <a:off x="2505782" y="1719566"/>
              <a:ext cx="1998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原価管理</a:t>
              </a:r>
            </a:p>
          </p:txBody>
        </p:sp>
      </p:grp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CEA29F5B-2B95-9CF8-C854-8CCA4C0F9E6F}"/>
              </a:ext>
            </a:extLst>
          </p:cNvPr>
          <p:cNvGrpSpPr/>
          <p:nvPr/>
        </p:nvGrpSpPr>
        <p:grpSpPr>
          <a:xfrm>
            <a:off x="1377245" y="3610526"/>
            <a:ext cx="1998133" cy="1644712"/>
            <a:chOff x="7963956" y="1719566"/>
            <a:chExt cx="1998133" cy="1644712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A6EBE089-FB34-8AA3-C7BA-8D012E3E481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01206" y="2040645"/>
              <a:ext cx="1323633" cy="1323633"/>
            </a:xfrm>
            <a:prstGeom prst="rect">
              <a:avLst/>
            </a:prstGeom>
          </p:spPr>
        </p:pic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FE9DEC0F-B8AE-FBBB-DB48-EDBECF138D46}"/>
                </a:ext>
              </a:extLst>
            </p:cNvPr>
            <p:cNvSpPr txBox="1"/>
            <p:nvPr/>
          </p:nvSpPr>
          <p:spPr>
            <a:xfrm>
              <a:off x="7963956" y="1719566"/>
              <a:ext cx="1998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実績</a:t>
              </a:r>
            </a:p>
          </p:txBody>
        </p:sp>
      </p:grpSp>
      <p:sp>
        <p:nvSpPr>
          <p:cNvPr id="20" name="矢印: 右 19">
            <a:extLst>
              <a:ext uri="{FF2B5EF4-FFF2-40B4-BE49-F238E27FC236}">
                <a16:creationId xmlns:a16="http://schemas.microsoft.com/office/drawing/2014/main" id="{8588A55B-FE94-9F6A-5821-C901D1285793}"/>
              </a:ext>
            </a:extLst>
          </p:cNvPr>
          <p:cNvSpPr/>
          <p:nvPr/>
        </p:nvSpPr>
        <p:spPr>
          <a:xfrm>
            <a:off x="7689969" y="4166764"/>
            <a:ext cx="666045" cy="73806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243F478B-FB12-8234-0678-2C065E276715}"/>
              </a:ext>
            </a:extLst>
          </p:cNvPr>
          <p:cNvGrpSpPr/>
          <p:nvPr/>
        </p:nvGrpSpPr>
        <p:grpSpPr>
          <a:xfrm>
            <a:off x="8780650" y="3586400"/>
            <a:ext cx="1998133" cy="1692965"/>
            <a:chOff x="496171" y="1815240"/>
            <a:chExt cx="1998133" cy="1692965"/>
          </a:xfrm>
        </p:grpSpPr>
        <p:grpSp>
          <p:nvGrpSpPr>
            <p:cNvPr id="37" name="グループ化 36">
              <a:extLst>
                <a:ext uri="{FF2B5EF4-FFF2-40B4-BE49-F238E27FC236}">
                  <a16:creationId xmlns:a16="http://schemas.microsoft.com/office/drawing/2014/main" id="{6726CA6E-ABBD-5654-BF08-AA863042C66E}"/>
                </a:ext>
              </a:extLst>
            </p:cNvPr>
            <p:cNvGrpSpPr/>
            <p:nvPr/>
          </p:nvGrpSpPr>
          <p:grpSpPr>
            <a:xfrm>
              <a:off x="697497" y="2139424"/>
              <a:ext cx="1595480" cy="1368781"/>
              <a:chOff x="1373127" y="3564639"/>
              <a:chExt cx="1595480" cy="1368781"/>
            </a:xfrm>
          </p:grpSpPr>
          <p:pic>
            <p:nvPicPr>
              <p:cNvPr id="30" name="図 29">
                <a:extLst>
                  <a:ext uri="{FF2B5EF4-FFF2-40B4-BE49-F238E27FC236}">
                    <a16:creationId xmlns:a16="http://schemas.microsoft.com/office/drawing/2014/main" id="{21290D93-13CE-F334-A5E0-F4C03CE427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373127" y="3564639"/>
                <a:ext cx="1351620" cy="1308019"/>
              </a:xfrm>
              <a:prstGeom prst="rect">
                <a:avLst/>
              </a:prstGeom>
            </p:spPr>
          </p:pic>
          <p:pic>
            <p:nvPicPr>
              <p:cNvPr id="35" name="図 34">
                <a:extLst>
                  <a:ext uri="{FF2B5EF4-FFF2-40B4-BE49-F238E27FC236}">
                    <a16:creationId xmlns:a16="http://schemas.microsoft.com/office/drawing/2014/main" id="{EE0F21BB-D8A3-E6C3-9F1E-C13DA4541B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87557" y="4295245"/>
                <a:ext cx="781050" cy="638175"/>
              </a:xfrm>
              <a:prstGeom prst="rect">
                <a:avLst/>
              </a:prstGeom>
            </p:spPr>
          </p:pic>
        </p:grpSp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E0864F87-1C75-ABE1-CE4F-B696AA5FABDE}"/>
                </a:ext>
              </a:extLst>
            </p:cNvPr>
            <p:cNvSpPr txBox="1"/>
            <p:nvPr/>
          </p:nvSpPr>
          <p:spPr>
            <a:xfrm>
              <a:off x="496171" y="1815240"/>
              <a:ext cx="1998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原価管理</a:t>
              </a:r>
            </a:p>
          </p:txBody>
        </p:sp>
      </p:grp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1A2DD918-140B-3178-E123-3AF6B37176E1}"/>
              </a:ext>
            </a:extLst>
          </p:cNvPr>
          <p:cNvSpPr txBox="1"/>
          <p:nvPr/>
        </p:nvSpPr>
        <p:spPr>
          <a:xfrm>
            <a:off x="3252943" y="3928333"/>
            <a:ext cx="13131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8800" b="1" dirty="0"/>
              <a:t>＋</a:t>
            </a:r>
          </a:p>
        </p:txBody>
      </p:sp>
      <p:sp>
        <p:nvSpPr>
          <p:cNvPr id="44" name="吹き出し: 角を丸めた四角形 43">
            <a:extLst>
              <a:ext uri="{FF2B5EF4-FFF2-40B4-BE49-F238E27FC236}">
                <a16:creationId xmlns:a16="http://schemas.microsoft.com/office/drawing/2014/main" id="{B8D78610-C95B-782B-49B4-9430305BA228}"/>
              </a:ext>
            </a:extLst>
          </p:cNvPr>
          <p:cNvSpPr/>
          <p:nvPr/>
        </p:nvSpPr>
        <p:spPr>
          <a:xfrm>
            <a:off x="5238807" y="2076699"/>
            <a:ext cx="1193584" cy="1352301"/>
          </a:xfrm>
          <a:prstGeom prst="wedgeRoundRectCallout">
            <a:avLst>
              <a:gd name="adj1" fmla="val -25317"/>
              <a:gd name="adj2" fmla="val 64170"/>
              <a:gd name="adj3" fmla="val 16667"/>
            </a:avLst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A947272E-0C13-3905-4A4F-20692983572E}"/>
              </a:ext>
            </a:extLst>
          </p:cNvPr>
          <p:cNvSpPr/>
          <p:nvPr/>
        </p:nvSpPr>
        <p:spPr>
          <a:xfrm>
            <a:off x="5469178" y="2502543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/>
              <a:t>予定</a:t>
            </a:r>
            <a:endParaRPr kumimoji="1" lang="ja-JP" altLang="en-US" b="1" dirty="0"/>
          </a:p>
        </p:txBody>
      </p:sp>
      <p:sp>
        <p:nvSpPr>
          <p:cNvPr id="46" name="吹き出し: 角を丸めた四角形 45">
            <a:extLst>
              <a:ext uri="{FF2B5EF4-FFF2-40B4-BE49-F238E27FC236}">
                <a16:creationId xmlns:a16="http://schemas.microsoft.com/office/drawing/2014/main" id="{A81B923D-6EBC-35F6-42C5-8A705FEA6403}"/>
              </a:ext>
            </a:extLst>
          </p:cNvPr>
          <p:cNvSpPr/>
          <p:nvPr/>
        </p:nvSpPr>
        <p:spPr>
          <a:xfrm>
            <a:off x="2059359" y="2076699"/>
            <a:ext cx="1193584" cy="1352301"/>
          </a:xfrm>
          <a:prstGeom prst="wedgeRoundRectCallout">
            <a:avLst>
              <a:gd name="adj1" fmla="val -25317"/>
              <a:gd name="adj2" fmla="val 64170"/>
              <a:gd name="adj3" fmla="val 16667"/>
            </a:avLst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2312B137-D2D4-3806-1302-51B01B7C8338}"/>
              </a:ext>
            </a:extLst>
          </p:cNvPr>
          <p:cNvSpPr/>
          <p:nvPr/>
        </p:nvSpPr>
        <p:spPr>
          <a:xfrm>
            <a:off x="2289730" y="2502543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実績</a:t>
            </a:r>
          </a:p>
        </p:txBody>
      </p:sp>
      <p:sp>
        <p:nvSpPr>
          <p:cNvPr id="48" name="吹き出し: 角を丸めた四角形 47">
            <a:extLst>
              <a:ext uri="{FF2B5EF4-FFF2-40B4-BE49-F238E27FC236}">
                <a16:creationId xmlns:a16="http://schemas.microsoft.com/office/drawing/2014/main" id="{6B12D8DF-009E-1F94-DDF5-C1B5391511A3}"/>
              </a:ext>
            </a:extLst>
          </p:cNvPr>
          <p:cNvSpPr/>
          <p:nvPr/>
        </p:nvSpPr>
        <p:spPr>
          <a:xfrm>
            <a:off x="9417703" y="2076699"/>
            <a:ext cx="1193584" cy="1352301"/>
          </a:xfrm>
          <a:prstGeom prst="wedgeRoundRectCallout">
            <a:avLst>
              <a:gd name="adj1" fmla="val -25317"/>
              <a:gd name="adj2" fmla="val 64170"/>
              <a:gd name="adj3" fmla="val 16667"/>
            </a:avLst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2C36A8FE-76CB-0F45-6BA6-8A145CE21735}"/>
              </a:ext>
            </a:extLst>
          </p:cNvPr>
          <p:cNvSpPr/>
          <p:nvPr/>
        </p:nvSpPr>
        <p:spPr>
          <a:xfrm>
            <a:off x="9648074" y="2333208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/>
              <a:t>予定</a:t>
            </a:r>
            <a:endParaRPr kumimoji="1" lang="ja-JP" altLang="en-US" b="1" dirty="0"/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ACCB60C6-F188-DF42-2121-7E8DACFCECD2}"/>
              </a:ext>
            </a:extLst>
          </p:cNvPr>
          <p:cNvSpPr/>
          <p:nvPr/>
        </p:nvSpPr>
        <p:spPr>
          <a:xfrm>
            <a:off x="9654347" y="2842058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実績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CF3D7641-F8ED-1E56-9C3F-123D482A0EB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5576" y="1468966"/>
            <a:ext cx="9400847" cy="3920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485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AF74C-3143-92D3-CBD6-6DAF679DE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2EDBA139-3C03-E398-A67D-234DE4D1F9B9}"/>
              </a:ext>
            </a:extLst>
          </p:cNvPr>
          <p:cNvGrpSpPr/>
          <p:nvPr/>
        </p:nvGrpSpPr>
        <p:grpSpPr>
          <a:xfrm>
            <a:off x="7620001" y="3165385"/>
            <a:ext cx="1998133" cy="1644712"/>
            <a:chOff x="7963956" y="1719566"/>
            <a:chExt cx="1998133" cy="1644712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36DB4F75-9BD0-AB75-828C-2AD7D2DE64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01206" y="2040645"/>
              <a:ext cx="1323633" cy="1323633"/>
            </a:xfrm>
            <a:prstGeom prst="rect">
              <a:avLst/>
            </a:prstGeom>
          </p:spPr>
        </p:pic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31BFC698-5F2C-4418-42D3-C6B1DFE36179}"/>
                </a:ext>
              </a:extLst>
            </p:cNvPr>
            <p:cNvSpPr txBox="1"/>
            <p:nvPr/>
          </p:nvSpPr>
          <p:spPr>
            <a:xfrm>
              <a:off x="7963956" y="1719566"/>
              <a:ext cx="1998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実績</a:t>
              </a:r>
            </a:p>
          </p:txBody>
        </p:sp>
      </p:grpSp>
      <p:sp>
        <p:nvSpPr>
          <p:cNvPr id="5" name="吹き出し: 角を丸めた四角形 4">
            <a:extLst>
              <a:ext uri="{FF2B5EF4-FFF2-40B4-BE49-F238E27FC236}">
                <a16:creationId xmlns:a16="http://schemas.microsoft.com/office/drawing/2014/main" id="{A3B7A23F-6241-4F35-ADBC-E4EB5B8D4658}"/>
              </a:ext>
            </a:extLst>
          </p:cNvPr>
          <p:cNvSpPr/>
          <p:nvPr/>
        </p:nvSpPr>
        <p:spPr>
          <a:xfrm>
            <a:off x="8302115" y="1631558"/>
            <a:ext cx="1193584" cy="1352301"/>
          </a:xfrm>
          <a:prstGeom prst="wedgeRoundRectCallout">
            <a:avLst>
              <a:gd name="adj1" fmla="val -25317"/>
              <a:gd name="adj2" fmla="val 64170"/>
              <a:gd name="adj3" fmla="val 16667"/>
            </a:avLst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2FA8968-19C7-9FD0-4CEA-203CF182D801}"/>
              </a:ext>
            </a:extLst>
          </p:cNvPr>
          <p:cNvSpPr/>
          <p:nvPr/>
        </p:nvSpPr>
        <p:spPr>
          <a:xfrm>
            <a:off x="8532486" y="2057402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実績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1AC35BB-AA61-79A8-9DC3-24558492F7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6339" y="1631558"/>
            <a:ext cx="1999661" cy="3188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490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F6AA5-DBB9-475A-118F-79AE078C1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C74B76F1-4802-C5C6-9B4A-476F25207468}"/>
              </a:ext>
            </a:extLst>
          </p:cNvPr>
          <p:cNvGrpSpPr/>
          <p:nvPr/>
        </p:nvGrpSpPr>
        <p:grpSpPr>
          <a:xfrm>
            <a:off x="4544900" y="3607254"/>
            <a:ext cx="1998133" cy="1651256"/>
            <a:chOff x="2505782" y="1719566"/>
            <a:chExt cx="1998133" cy="1651256"/>
          </a:xfrm>
        </p:grpSpPr>
        <p:grpSp>
          <p:nvGrpSpPr>
            <p:cNvPr id="3" name="グループ化 2">
              <a:extLst>
                <a:ext uri="{FF2B5EF4-FFF2-40B4-BE49-F238E27FC236}">
                  <a16:creationId xmlns:a16="http://schemas.microsoft.com/office/drawing/2014/main" id="{7144CC3B-E5D4-7F89-D891-8525F07326B0}"/>
                </a:ext>
              </a:extLst>
            </p:cNvPr>
            <p:cNvGrpSpPr/>
            <p:nvPr/>
          </p:nvGrpSpPr>
          <p:grpSpPr>
            <a:xfrm>
              <a:off x="2790473" y="2040645"/>
              <a:ext cx="1571174" cy="1330177"/>
              <a:chOff x="2655006" y="1388534"/>
              <a:chExt cx="3369288" cy="2946470"/>
            </a:xfrm>
          </p:grpSpPr>
          <p:pic>
            <p:nvPicPr>
              <p:cNvPr id="5" name="図 4">
                <a:extLst>
                  <a:ext uri="{FF2B5EF4-FFF2-40B4-BE49-F238E27FC236}">
                    <a16:creationId xmlns:a16="http://schemas.microsoft.com/office/drawing/2014/main" id="{BB7BCEA7-22A1-18E9-BDBE-4963167438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55006" y="1388534"/>
                <a:ext cx="2838450" cy="2838450"/>
              </a:xfrm>
              <a:prstGeom prst="rect">
                <a:avLst/>
              </a:prstGeom>
            </p:spPr>
          </p:pic>
          <p:pic>
            <p:nvPicPr>
              <p:cNvPr id="6" name="図 5">
                <a:extLst>
                  <a:ext uri="{FF2B5EF4-FFF2-40B4-BE49-F238E27FC236}">
                    <a16:creationId xmlns:a16="http://schemas.microsoft.com/office/drawing/2014/main" id="{4868DB1C-A432-C538-37DD-4478DF0DED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186943" y="2285118"/>
                <a:ext cx="800100" cy="1282171"/>
              </a:xfrm>
              <a:prstGeom prst="rect">
                <a:avLst/>
              </a:prstGeom>
            </p:spPr>
          </p:pic>
          <p:pic>
            <p:nvPicPr>
              <p:cNvPr id="7" name="図 6">
                <a:extLst>
                  <a:ext uri="{FF2B5EF4-FFF2-40B4-BE49-F238E27FC236}">
                    <a16:creationId xmlns:a16="http://schemas.microsoft.com/office/drawing/2014/main" id="{C42C7B55-81EF-2ED9-AE47-66FBD85040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41059" y="2917544"/>
                <a:ext cx="1683235" cy="1417460"/>
              </a:xfrm>
              <a:prstGeom prst="rect">
                <a:avLst/>
              </a:prstGeom>
            </p:spPr>
          </p:pic>
        </p:grp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B10D2556-04D1-1391-EE3C-6624203D15DF}"/>
                </a:ext>
              </a:extLst>
            </p:cNvPr>
            <p:cNvSpPr txBox="1"/>
            <p:nvPr/>
          </p:nvSpPr>
          <p:spPr>
            <a:xfrm>
              <a:off x="2505782" y="1719566"/>
              <a:ext cx="1998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原価管理</a:t>
              </a:r>
            </a:p>
          </p:txBody>
        </p:sp>
      </p:grpSp>
      <p:sp>
        <p:nvSpPr>
          <p:cNvPr id="8" name="吹き出し: 角を丸めた四角形 7">
            <a:extLst>
              <a:ext uri="{FF2B5EF4-FFF2-40B4-BE49-F238E27FC236}">
                <a16:creationId xmlns:a16="http://schemas.microsoft.com/office/drawing/2014/main" id="{8178C789-C327-668E-137B-54B702265A5C}"/>
              </a:ext>
            </a:extLst>
          </p:cNvPr>
          <p:cNvSpPr/>
          <p:nvPr/>
        </p:nvSpPr>
        <p:spPr>
          <a:xfrm>
            <a:off x="5238807" y="2076699"/>
            <a:ext cx="1193584" cy="1352301"/>
          </a:xfrm>
          <a:prstGeom prst="wedgeRoundRectCallout">
            <a:avLst>
              <a:gd name="adj1" fmla="val -25317"/>
              <a:gd name="adj2" fmla="val 64170"/>
              <a:gd name="adj3" fmla="val 16667"/>
            </a:avLst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393D6F-5B5D-EFBE-4B2B-933AADFD788B}"/>
              </a:ext>
            </a:extLst>
          </p:cNvPr>
          <p:cNvSpPr/>
          <p:nvPr/>
        </p:nvSpPr>
        <p:spPr>
          <a:xfrm>
            <a:off x="5469178" y="2502543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/>
              <a:t>予定</a:t>
            </a:r>
            <a:endParaRPr kumimoji="1" lang="ja-JP" altLang="en-US" b="1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D0E16B7D-A960-369D-EF1D-C48BF3C53E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287" y="1828661"/>
            <a:ext cx="1999661" cy="3200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03926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B28A8-4F1C-6AD1-9616-39E6E3689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C76F8B04-037C-E36C-525F-8E779F3A71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4537" y="3233737"/>
            <a:ext cx="8162925" cy="390525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5A00E1A2-2B04-234C-9C72-0F2D6464F5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944" y="1385498"/>
            <a:ext cx="8169348" cy="396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85916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0473A-43CD-2945-2B4B-F329EE914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FFCC7CC3-45E8-85C2-099A-4DDFCB51BFC1}"/>
              </a:ext>
            </a:extLst>
          </p:cNvPr>
          <p:cNvGrpSpPr/>
          <p:nvPr/>
        </p:nvGrpSpPr>
        <p:grpSpPr>
          <a:xfrm>
            <a:off x="4544900" y="3607254"/>
            <a:ext cx="1998133" cy="1651256"/>
            <a:chOff x="2505782" y="1719566"/>
            <a:chExt cx="1998133" cy="1651256"/>
          </a:xfrm>
        </p:grpSpPr>
        <p:grpSp>
          <p:nvGrpSpPr>
            <p:cNvPr id="5" name="グループ化 4">
              <a:extLst>
                <a:ext uri="{FF2B5EF4-FFF2-40B4-BE49-F238E27FC236}">
                  <a16:creationId xmlns:a16="http://schemas.microsoft.com/office/drawing/2014/main" id="{1C259335-2A70-3A27-7F7B-EFA3EED8FD7E}"/>
                </a:ext>
              </a:extLst>
            </p:cNvPr>
            <p:cNvGrpSpPr/>
            <p:nvPr/>
          </p:nvGrpSpPr>
          <p:grpSpPr>
            <a:xfrm>
              <a:off x="2790473" y="2040645"/>
              <a:ext cx="1571174" cy="1330177"/>
              <a:chOff x="2655006" y="1388534"/>
              <a:chExt cx="3369288" cy="2946470"/>
            </a:xfrm>
          </p:grpSpPr>
          <p:pic>
            <p:nvPicPr>
              <p:cNvPr id="7" name="図 6">
                <a:extLst>
                  <a:ext uri="{FF2B5EF4-FFF2-40B4-BE49-F238E27FC236}">
                    <a16:creationId xmlns:a16="http://schemas.microsoft.com/office/drawing/2014/main" id="{87A3AA2A-0798-3F91-CF88-03B08DFAAF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55006" y="1388534"/>
                <a:ext cx="2838450" cy="2838450"/>
              </a:xfrm>
              <a:prstGeom prst="rect">
                <a:avLst/>
              </a:prstGeom>
            </p:spPr>
          </p:pic>
          <p:pic>
            <p:nvPicPr>
              <p:cNvPr id="8" name="図 7">
                <a:extLst>
                  <a:ext uri="{FF2B5EF4-FFF2-40B4-BE49-F238E27FC236}">
                    <a16:creationId xmlns:a16="http://schemas.microsoft.com/office/drawing/2014/main" id="{A77A1BAF-D298-AE43-6CC8-2B36276DE0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186943" y="2285118"/>
                <a:ext cx="800100" cy="1282171"/>
              </a:xfrm>
              <a:prstGeom prst="rect">
                <a:avLst/>
              </a:prstGeom>
            </p:spPr>
          </p:pic>
          <p:pic>
            <p:nvPicPr>
              <p:cNvPr id="9" name="図 8">
                <a:extLst>
                  <a:ext uri="{FF2B5EF4-FFF2-40B4-BE49-F238E27FC236}">
                    <a16:creationId xmlns:a16="http://schemas.microsoft.com/office/drawing/2014/main" id="{30B83741-8F1A-F257-5C98-AAE8E885C9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41059" y="2917544"/>
                <a:ext cx="1683235" cy="1417460"/>
              </a:xfrm>
              <a:prstGeom prst="rect">
                <a:avLst/>
              </a:prstGeom>
            </p:spPr>
          </p:pic>
        </p:grp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A371FF60-9EFB-524D-7E9B-61201D0D39FF}"/>
                </a:ext>
              </a:extLst>
            </p:cNvPr>
            <p:cNvSpPr txBox="1"/>
            <p:nvPr/>
          </p:nvSpPr>
          <p:spPr>
            <a:xfrm>
              <a:off x="2505782" y="1719566"/>
              <a:ext cx="1998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原価管理</a:t>
              </a:r>
            </a:p>
          </p:txBody>
        </p:sp>
      </p:grpSp>
      <p:pic>
        <p:nvPicPr>
          <p:cNvPr id="11" name="図 10">
            <a:extLst>
              <a:ext uri="{FF2B5EF4-FFF2-40B4-BE49-F238E27FC236}">
                <a16:creationId xmlns:a16="http://schemas.microsoft.com/office/drawing/2014/main" id="{E721660B-00FC-8E51-362E-B65D5E42B26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7599" y="2728755"/>
            <a:ext cx="2781300" cy="2209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33856951-5FF6-03B2-5989-DDAC1C43DDDC}"/>
              </a:ext>
            </a:extLst>
          </p:cNvPr>
          <p:cNvSpPr/>
          <p:nvPr/>
        </p:nvSpPr>
        <p:spPr>
          <a:xfrm>
            <a:off x="6939467" y="4678357"/>
            <a:ext cx="2284046" cy="26019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4DDADF14-9B81-3E90-C5F8-AA75B4385F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17268" y="1065002"/>
            <a:ext cx="5114987" cy="2542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4545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54207-C4BE-49E4-15E3-3357DE139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46A0B01-36A9-4DAE-AA9B-6EB7FAA1D7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7468" y="1441175"/>
            <a:ext cx="3147239" cy="452230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899A7BFD-73F0-6402-27CD-A914C3AD61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1431" y="3036404"/>
            <a:ext cx="1186899" cy="23357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9DBA6C0-8683-9BA5-A827-81F478BB15C2}"/>
              </a:ext>
            </a:extLst>
          </p:cNvPr>
          <p:cNvSpPr/>
          <p:nvPr/>
        </p:nvSpPr>
        <p:spPr>
          <a:xfrm>
            <a:off x="3622876" y="5000610"/>
            <a:ext cx="745066" cy="2935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C1503DE-EC94-76CE-0C5C-40C608CCD085}"/>
              </a:ext>
            </a:extLst>
          </p:cNvPr>
          <p:cNvSpPr/>
          <p:nvPr/>
        </p:nvSpPr>
        <p:spPr>
          <a:xfrm>
            <a:off x="2899848" y="5699784"/>
            <a:ext cx="628543" cy="2335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24961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4D157-DBD2-B98C-27BD-A057CD4E1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0804939-07DA-FCBF-A7B8-59131A1D0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1400" y="3248025"/>
            <a:ext cx="5029200" cy="36195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A0FE0CFD-E398-4C8D-75DC-FC64F61621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8191" y="2268491"/>
            <a:ext cx="5029636" cy="35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48353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C5D09-3483-9543-8082-9225C8D88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E81A3075-9D98-46CE-DA7C-5309430CFB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1400" y="3248025"/>
            <a:ext cx="5029200" cy="3619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E9ECBF0-3419-CC72-9985-C3DF32387F37}"/>
              </a:ext>
            </a:extLst>
          </p:cNvPr>
          <p:cNvSpPr/>
          <p:nvPr/>
        </p:nvSpPr>
        <p:spPr>
          <a:xfrm>
            <a:off x="6810258" y="3298901"/>
            <a:ext cx="1429281" cy="2294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CD69A5FC-83A9-FA0A-2755-A10DA464D5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51656"/>
            <a:ext cx="5029636" cy="35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9135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047A1-B2E5-97F5-3435-3A5ACCB2B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8444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A9CE00-0425-3FA3-1B14-16AC1E273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F2D4BAA-FB73-CD3B-80B7-F72E152CF4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89344"/>
            <a:ext cx="12192000" cy="427931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641418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1D145-4925-1631-FC6E-D19BE38D5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E348735-4FFE-3820-EDB9-84B9758BA9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89344"/>
            <a:ext cx="12192000" cy="427931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12483DD-24C8-3F23-A457-C493141769DB}"/>
              </a:ext>
            </a:extLst>
          </p:cNvPr>
          <p:cNvSpPr/>
          <p:nvPr/>
        </p:nvSpPr>
        <p:spPr>
          <a:xfrm>
            <a:off x="670954" y="1611366"/>
            <a:ext cx="641011" cy="1776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37D827B-A307-C387-3D6B-598C059AA0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" y="1436849"/>
            <a:ext cx="12192000" cy="428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1676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5B715-9526-8768-AA93-16D320B33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6093C990-0DCD-0E85-4A9C-523749EE41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2620" y="836801"/>
            <a:ext cx="5621514" cy="408515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8C07A17-12CE-269F-D574-ACB079C59784}"/>
              </a:ext>
            </a:extLst>
          </p:cNvPr>
          <p:cNvSpPr/>
          <p:nvPr/>
        </p:nvSpPr>
        <p:spPr>
          <a:xfrm>
            <a:off x="4075289" y="4346222"/>
            <a:ext cx="2167465" cy="1919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7A6E171-5FB1-E071-9DE8-DCFC79C33FFA}"/>
              </a:ext>
            </a:extLst>
          </p:cNvPr>
          <p:cNvSpPr/>
          <p:nvPr/>
        </p:nvSpPr>
        <p:spPr>
          <a:xfrm>
            <a:off x="6338711" y="4628444"/>
            <a:ext cx="784577" cy="19191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C26070B1-5943-AB62-AB03-D29F0C9F54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3307" y="1374470"/>
            <a:ext cx="5645385" cy="410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1492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75B73-FF7F-012A-49ED-C6064AC08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D1E79C9-C4E9-7965-E475-86F5E1F5EB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93402"/>
            <a:ext cx="12192000" cy="427119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7BA593A-81A3-261D-AB79-56CC10842577}"/>
              </a:ext>
            </a:extLst>
          </p:cNvPr>
          <p:cNvSpPr/>
          <p:nvPr/>
        </p:nvSpPr>
        <p:spPr>
          <a:xfrm>
            <a:off x="8746435" y="2226365"/>
            <a:ext cx="3416990" cy="33451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812BB67C-24C4-664B-3FD2-EE1ACFA1E0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78365"/>
            <a:ext cx="12192000" cy="4301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04545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B96DD-6CE6-4162-83EA-72BF5A1F8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A07531D3-308E-5655-3E50-8DCB109CB3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9270" y="1273524"/>
            <a:ext cx="12192000" cy="427119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D7AF274-79EB-BD17-23DC-5694880EE9CD}"/>
              </a:ext>
            </a:extLst>
          </p:cNvPr>
          <p:cNvSpPr/>
          <p:nvPr/>
        </p:nvSpPr>
        <p:spPr>
          <a:xfrm>
            <a:off x="1575415" y="1611366"/>
            <a:ext cx="641011" cy="1776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43616857-CEF8-51F5-2F28-53C0FC1F53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84449"/>
            <a:ext cx="12192000" cy="428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82085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EC9C0-CCD3-B806-ABF4-21DA0B2A8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37002ABF-2B96-ABE5-8BA8-D8028175FB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93372"/>
            <a:ext cx="12192000" cy="427125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20A8BE0-F220-A1F1-D261-C59251F9568B}"/>
              </a:ext>
            </a:extLst>
          </p:cNvPr>
          <p:cNvSpPr/>
          <p:nvPr/>
        </p:nvSpPr>
        <p:spPr>
          <a:xfrm>
            <a:off x="8736496" y="2196548"/>
            <a:ext cx="3426929" cy="33707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278771BD-2FEA-F631-F637-ACD8466251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81407"/>
            <a:ext cx="12192000" cy="4295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73972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A4F35-B138-8002-2560-43DB61010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E0965FDB-6FBD-4F53-65CD-7B29B8EFF7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11161"/>
            <a:ext cx="12192000" cy="423567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5B2022D-1AB4-FB0E-9058-B32115F15623}"/>
              </a:ext>
            </a:extLst>
          </p:cNvPr>
          <p:cNvSpPr/>
          <p:nvPr/>
        </p:nvSpPr>
        <p:spPr>
          <a:xfrm>
            <a:off x="8766312" y="2196548"/>
            <a:ext cx="3397113" cy="33707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A1582FA-7A8D-FC3B-9337-7ADA718E75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90533"/>
            <a:ext cx="12192000" cy="4276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7483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B1E3D-45CC-27B1-3F8E-B4BB834E7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図 34">
            <a:extLst>
              <a:ext uri="{FF2B5EF4-FFF2-40B4-BE49-F238E27FC236}">
                <a16:creationId xmlns:a16="http://schemas.microsoft.com/office/drawing/2014/main" id="{D5DE0F7C-EABF-06BE-3C21-BE5B4B8FF3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6344"/>
            <a:ext cx="12192000" cy="2825774"/>
          </a:xfrm>
          <a:prstGeom prst="rect">
            <a:avLst/>
          </a:prstGeom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04D2F92D-B735-10F9-5DF4-0122547C46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75882"/>
            <a:ext cx="12192000" cy="3219424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EFE8AA9-B133-D828-A97F-FEA60C9F9B01}"/>
              </a:ext>
            </a:extLst>
          </p:cNvPr>
          <p:cNvSpPr/>
          <p:nvPr/>
        </p:nvSpPr>
        <p:spPr>
          <a:xfrm>
            <a:off x="8697905" y="4541198"/>
            <a:ext cx="524934" cy="252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CAAA750E-3658-9999-BC20-E036F07F6C4F}"/>
              </a:ext>
            </a:extLst>
          </p:cNvPr>
          <p:cNvSpPr txBox="1"/>
          <p:nvPr/>
        </p:nvSpPr>
        <p:spPr>
          <a:xfrm>
            <a:off x="8747711" y="3253277"/>
            <a:ext cx="432000" cy="432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FF0000"/>
                </a:solidFill>
              </a:rPr>
              <a:t>①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3211604-386D-ED3E-6CE2-869EF1A66A16}"/>
              </a:ext>
            </a:extLst>
          </p:cNvPr>
          <p:cNvSpPr txBox="1"/>
          <p:nvPr/>
        </p:nvSpPr>
        <p:spPr>
          <a:xfrm>
            <a:off x="118187" y="3253277"/>
            <a:ext cx="432000" cy="432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>
                <a:solidFill>
                  <a:srgbClr val="FF0000"/>
                </a:solidFill>
              </a:rPr>
              <a:t>②</a:t>
            </a:r>
            <a:endParaRPr kumimoji="1" lang="ja-JP" altLang="en-US" b="1" dirty="0">
              <a:solidFill>
                <a:srgbClr val="FF0000"/>
              </a:solidFill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46419135-2FAE-4F81-31F5-9AE03CD631EC}"/>
              </a:ext>
            </a:extLst>
          </p:cNvPr>
          <p:cNvSpPr/>
          <p:nvPr/>
        </p:nvSpPr>
        <p:spPr>
          <a:xfrm>
            <a:off x="644358" y="379203"/>
            <a:ext cx="613411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DEBCB6DE-A2D4-BB11-9B37-1D9BB8C0B10C}"/>
              </a:ext>
            </a:extLst>
          </p:cNvPr>
          <p:cNvSpPr/>
          <p:nvPr/>
        </p:nvSpPr>
        <p:spPr>
          <a:xfrm>
            <a:off x="1925647" y="4541198"/>
            <a:ext cx="699019" cy="252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327B6557-D340-A2EF-B63E-38420E2AED21}"/>
              </a:ext>
            </a:extLst>
          </p:cNvPr>
          <p:cNvSpPr/>
          <p:nvPr/>
        </p:nvSpPr>
        <p:spPr>
          <a:xfrm>
            <a:off x="568708" y="4541198"/>
            <a:ext cx="468000" cy="252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8B9A2084-BB49-0EA4-2B71-D5D8F301C21C}"/>
              </a:ext>
            </a:extLst>
          </p:cNvPr>
          <p:cNvSpPr/>
          <p:nvPr/>
        </p:nvSpPr>
        <p:spPr>
          <a:xfrm>
            <a:off x="18246" y="379203"/>
            <a:ext cx="613412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824F8807-FE80-09F9-04C7-F899B1F59206}"/>
              </a:ext>
            </a:extLst>
          </p:cNvPr>
          <p:cNvSpPr txBox="1"/>
          <p:nvPr/>
        </p:nvSpPr>
        <p:spPr>
          <a:xfrm>
            <a:off x="741080" y="3253277"/>
            <a:ext cx="432000" cy="432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>
                <a:solidFill>
                  <a:srgbClr val="FF0000"/>
                </a:solidFill>
              </a:rPr>
              <a:t>③</a:t>
            </a:r>
            <a:endParaRPr kumimoji="1" lang="ja-JP" altLang="en-US" b="1" dirty="0">
              <a:solidFill>
                <a:srgbClr val="FF0000"/>
              </a:solidFill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61FFB9C9-0FFE-1090-E9A7-354BBF718458}"/>
              </a:ext>
            </a:extLst>
          </p:cNvPr>
          <p:cNvSpPr/>
          <p:nvPr/>
        </p:nvSpPr>
        <p:spPr>
          <a:xfrm>
            <a:off x="7021689" y="4541198"/>
            <a:ext cx="792000" cy="252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4697B7AC-0C86-A23A-B1F1-C3A840F3B899}"/>
              </a:ext>
            </a:extLst>
          </p:cNvPr>
          <p:cNvSpPr/>
          <p:nvPr/>
        </p:nvSpPr>
        <p:spPr>
          <a:xfrm>
            <a:off x="5927472" y="379203"/>
            <a:ext cx="502356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EFED2DD3-0E40-581C-7D7A-A79C0D100D24}"/>
              </a:ext>
            </a:extLst>
          </p:cNvPr>
          <p:cNvSpPr/>
          <p:nvPr/>
        </p:nvSpPr>
        <p:spPr>
          <a:xfrm>
            <a:off x="6451600" y="379203"/>
            <a:ext cx="9017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3C980855-FCC6-EA93-A0C4-F6D42C45EEF9}"/>
              </a:ext>
            </a:extLst>
          </p:cNvPr>
          <p:cNvSpPr txBox="1"/>
          <p:nvPr/>
        </p:nvSpPr>
        <p:spPr>
          <a:xfrm>
            <a:off x="5963472" y="3253277"/>
            <a:ext cx="432000" cy="432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>
                <a:solidFill>
                  <a:srgbClr val="FF0000"/>
                </a:solidFill>
              </a:rPr>
              <a:t>④</a:t>
            </a:r>
            <a:endParaRPr kumimoji="1" lang="ja-JP" altLang="en-US" b="1" dirty="0">
              <a:solidFill>
                <a:srgbClr val="FF0000"/>
              </a:solidFill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96EF55AD-B013-2620-EAE7-6FA70DC820EA}"/>
              </a:ext>
            </a:extLst>
          </p:cNvPr>
          <p:cNvSpPr/>
          <p:nvPr/>
        </p:nvSpPr>
        <p:spPr>
          <a:xfrm>
            <a:off x="7813689" y="4541198"/>
            <a:ext cx="900000" cy="252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A7B589EA-3441-EC71-43C7-D1349672E776}"/>
              </a:ext>
            </a:extLst>
          </p:cNvPr>
          <p:cNvSpPr txBox="1"/>
          <p:nvPr/>
        </p:nvSpPr>
        <p:spPr>
          <a:xfrm>
            <a:off x="6697039" y="3253277"/>
            <a:ext cx="432000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b="1" dirty="0">
                <a:solidFill>
                  <a:srgbClr val="FF0000"/>
                </a:solidFill>
              </a:rPr>
              <a:t>⑤</a:t>
            </a:r>
            <a:endParaRPr kumimoji="1" lang="ja-JP" altLang="en-US" b="1" dirty="0">
              <a:solidFill>
                <a:srgbClr val="FF0000"/>
              </a:solidFill>
            </a:endParaRP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C78B7126-C44C-17CE-57F9-F805E1AE36F7}"/>
              </a:ext>
            </a:extLst>
          </p:cNvPr>
          <p:cNvCxnSpPr>
            <a:cxnSpLocks/>
            <a:stCxn id="21" idx="2"/>
          </p:cNvCxnSpPr>
          <p:nvPr/>
        </p:nvCxnSpPr>
        <p:spPr>
          <a:xfrm>
            <a:off x="334187" y="3685277"/>
            <a:ext cx="435863" cy="8559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8B4B91AA-CE16-5D37-870B-DD47267F7E82}"/>
              </a:ext>
            </a:extLst>
          </p:cNvPr>
          <p:cNvCxnSpPr>
            <a:cxnSpLocks/>
            <a:stCxn id="21" idx="0"/>
            <a:endCxn id="29" idx="2"/>
          </p:cNvCxnSpPr>
          <p:nvPr/>
        </p:nvCxnSpPr>
        <p:spPr>
          <a:xfrm flipH="1" flipV="1">
            <a:off x="324952" y="775203"/>
            <a:ext cx="9235" cy="24780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32458B41-47ED-F638-1248-A3D2E7F83167}"/>
              </a:ext>
            </a:extLst>
          </p:cNvPr>
          <p:cNvCxnSpPr>
            <a:cxnSpLocks/>
            <a:stCxn id="30" idx="2"/>
            <a:endCxn id="27" idx="0"/>
          </p:cNvCxnSpPr>
          <p:nvPr/>
        </p:nvCxnSpPr>
        <p:spPr>
          <a:xfrm>
            <a:off x="957080" y="3685277"/>
            <a:ext cx="1318077" cy="8559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線矢印コネクタ 49">
            <a:extLst>
              <a:ext uri="{FF2B5EF4-FFF2-40B4-BE49-F238E27FC236}">
                <a16:creationId xmlns:a16="http://schemas.microsoft.com/office/drawing/2014/main" id="{E977892E-5046-C3E1-51B2-C89BC028C1D3}"/>
              </a:ext>
            </a:extLst>
          </p:cNvPr>
          <p:cNvCxnSpPr>
            <a:cxnSpLocks/>
            <a:stCxn id="30" idx="0"/>
            <a:endCxn id="26" idx="2"/>
          </p:cNvCxnSpPr>
          <p:nvPr/>
        </p:nvCxnSpPr>
        <p:spPr>
          <a:xfrm flipH="1" flipV="1">
            <a:off x="951064" y="775203"/>
            <a:ext cx="6016" cy="24780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線矢印コネクタ 57">
            <a:extLst>
              <a:ext uri="{FF2B5EF4-FFF2-40B4-BE49-F238E27FC236}">
                <a16:creationId xmlns:a16="http://schemas.microsoft.com/office/drawing/2014/main" id="{50874260-37BB-B5B9-6DE9-A73D904AB762}"/>
              </a:ext>
            </a:extLst>
          </p:cNvPr>
          <p:cNvCxnSpPr>
            <a:cxnSpLocks/>
            <a:stCxn id="38" idx="2"/>
            <a:endCxn id="31" idx="0"/>
          </p:cNvCxnSpPr>
          <p:nvPr/>
        </p:nvCxnSpPr>
        <p:spPr>
          <a:xfrm>
            <a:off x="6179472" y="3685277"/>
            <a:ext cx="1238217" cy="8559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線矢印コネクタ 60">
            <a:extLst>
              <a:ext uri="{FF2B5EF4-FFF2-40B4-BE49-F238E27FC236}">
                <a16:creationId xmlns:a16="http://schemas.microsoft.com/office/drawing/2014/main" id="{00F3F67A-6B75-0BD1-0B02-F0FB55227A2C}"/>
              </a:ext>
            </a:extLst>
          </p:cNvPr>
          <p:cNvCxnSpPr>
            <a:cxnSpLocks/>
            <a:stCxn id="38" idx="0"/>
            <a:endCxn id="33" idx="2"/>
          </p:cNvCxnSpPr>
          <p:nvPr/>
        </p:nvCxnSpPr>
        <p:spPr>
          <a:xfrm flipH="1" flipV="1">
            <a:off x="6178650" y="775203"/>
            <a:ext cx="822" cy="24780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線矢印コネクタ 63">
            <a:extLst>
              <a:ext uri="{FF2B5EF4-FFF2-40B4-BE49-F238E27FC236}">
                <a16:creationId xmlns:a16="http://schemas.microsoft.com/office/drawing/2014/main" id="{5AE8E657-5846-10A2-5798-392495D9B9F5}"/>
              </a:ext>
            </a:extLst>
          </p:cNvPr>
          <p:cNvCxnSpPr>
            <a:cxnSpLocks/>
            <a:stCxn id="40" idx="2"/>
            <a:endCxn id="39" idx="0"/>
          </p:cNvCxnSpPr>
          <p:nvPr/>
        </p:nvCxnSpPr>
        <p:spPr>
          <a:xfrm>
            <a:off x="6913039" y="3685277"/>
            <a:ext cx="1350650" cy="8559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線矢印コネクタ 66">
            <a:extLst>
              <a:ext uri="{FF2B5EF4-FFF2-40B4-BE49-F238E27FC236}">
                <a16:creationId xmlns:a16="http://schemas.microsoft.com/office/drawing/2014/main" id="{BD7EF7ED-BFB2-B08B-4FBC-60ACEE8AEE40}"/>
              </a:ext>
            </a:extLst>
          </p:cNvPr>
          <p:cNvCxnSpPr>
            <a:cxnSpLocks/>
            <a:stCxn id="40" idx="0"/>
            <a:endCxn id="36" idx="2"/>
          </p:cNvCxnSpPr>
          <p:nvPr/>
        </p:nvCxnSpPr>
        <p:spPr>
          <a:xfrm flipH="1" flipV="1">
            <a:off x="6902450" y="775203"/>
            <a:ext cx="10589" cy="24780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直線矢印コネクタ 69">
            <a:extLst>
              <a:ext uri="{FF2B5EF4-FFF2-40B4-BE49-F238E27FC236}">
                <a16:creationId xmlns:a16="http://schemas.microsoft.com/office/drawing/2014/main" id="{B4A900B5-AFEE-2E1F-7B28-D8E6240D731D}"/>
              </a:ext>
            </a:extLst>
          </p:cNvPr>
          <p:cNvCxnSpPr>
            <a:cxnSpLocks/>
            <a:stCxn id="20" idx="2"/>
            <a:endCxn id="5" idx="0"/>
          </p:cNvCxnSpPr>
          <p:nvPr/>
        </p:nvCxnSpPr>
        <p:spPr>
          <a:xfrm flipH="1">
            <a:off x="8960372" y="3685277"/>
            <a:ext cx="3339" cy="8559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" name="テキスト ボックス 72">
            <a:extLst>
              <a:ext uri="{FF2B5EF4-FFF2-40B4-BE49-F238E27FC236}">
                <a16:creationId xmlns:a16="http://schemas.microsoft.com/office/drawing/2014/main" id="{6B14C8AF-48C2-22F4-9BB6-C07C4566B566}"/>
              </a:ext>
            </a:extLst>
          </p:cNvPr>
          <p:cNvSpPr txBox="1"/>
          <p:nvPr/>
        </p:nvSpPr>
        <p:spPr>
          <a:xfrm>
            <a:off x="-1881495" y="5486548"/>
            <a:ext cx="17844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b="1" dirty="0"/>
              <a:t>計画算定シート</a:t>
            </a:r>
            <a:endParaRPr kumimoji="1" lang="ja-JP" altLang="en-US" b="1" dirty="0"/>
          </a:p>
        </p:txBody>
      </p:sp>
      <p:sp>
        <p:nvSpPr>
          <p:cNvPr id="74" name="テキスト ボックス 73">
            <a:extLst>
              <a:ext uri="{FF2B5EF4-FFF2-40B4-BE49-F238E27FC236}">
                <a16:creationId xmlns:a16="http://schemas.microsoft.com/office/drawing/2014/main" id="{26820F92-AC20-58CB-130F-6D8962431EC7}"/>
              </a:ext>
            </a:extLst>
          </p:cNvPr>
          <p:cNvSpPr txBox="1"/>
          <p:nvPr/>
        </p:nvSpPr>
        <p:spPr>
          <a:xfrm>
            <a:off x="-1739646" y="1269872"/>
            <a:ext cx="1500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/>
              <a:t>実績シート</a:t>
            </a:r>
          </a:p>
        </p:txBody>
      </p:sp>
      <p:sp>
        <p:nvSpPr>
          <p:cNvPr id="49" name="矢印: 下 48">
            <a:extLst>
              <a:ext uri="{FF2B5EF4-FFF2-40B4-BE49-F238E27FC236}">
                <a16:creationId xmlns:a16="http://schemas.microsoft.com/office/drawing/2014/main" id="{8B9E1AFF-6BAB-D7FE-82BD-494C5265EB19}"/>
              </a:ext>
            </a:extLst>
          </p:cNvPr>
          <p:cNvSpPr/>
          <p:nvPr/>
        </p:nvSpPr>
        <p:spPr>
          <a:xfrm>
            <a:off x="-326571" y="957943"/>
            <a:ext cx="133956" cy="1861457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1" name="図 50">
            <a:extLst>
              <a:ext uri="{FF2B5EF4-FFF2-40B4-BE49-F238E27FC236}">
                <a16:creationId xmlns:a16="http://schemas.microsoft.com/office/drawing/2014/main" id="{799FE7CE-AE51-32FF-C9D0-A8CCB4004D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34935"/>
            <a:ext cx="12192000" cy="5988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35834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1267</TotalTime>
  <Words>27</Words>
  <Application>Microsoft Office PowerPoint</Application>
  <PresentationFormat>ワイド画面</PresentationFormat>
  <Paragraphs>20</Paragraphs>
  <Slides>17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17</vt:i4>
      </vt:variant>
    </vt:vector>
  </HeadingPairs>
  <TitlesOfParts>
    <vt:vector size="21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60</cp:revision>
  <dcterms:created xsi:type="dcterms:W3CDTF">2026-09-04T16:32:46Z</dcterms:created>
  <dcterms:modified xsi:type="dcterms:W3CDTF">2026-09-10T22:42:09Z</dcterms:modified>
</cp:coreProperties>
</file>