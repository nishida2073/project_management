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284" autoAdjust="0"/>
  </p:normalViewPr>
  <p:slideViewPr>
    <p:cSldViewPr snapToGrid="0">
      <p:cViewPr varScale="1">
        <p:scale>
          <a:sx n="68" d="100"/>
          <a:sy n="68" d="100"/>
        </p:scale>
        <p:origin x="11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664234-FD8A-4A45-832D-EA9D63D2E844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5B7E8-AA9A-4423-B138-E3334F57F1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3184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A84E11-35A2-7B0B-EDF4-F8740AECA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46C241D-0D2C-A665-6957-3F4DB24E1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FFE914-DD8A-AA6D-0100-65A03E63C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D2F235-0F93-9F2D-6F0A-484B16C0D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D86A0C-9CC4-65EA-A97B-06D78537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679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861C2B-2A7C-2DD6-9A7C-D7A51BBD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2AE5C0-DF8C-2B4E-895E-7D6EE0266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FDE19E-EAE0-E555-112E-D0264E96C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D9DEC8-08A8-F1FB-DE67-EA13C409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D0DD51-9F13-C990-EAE2-EDA58492A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710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B55F2C-2B4D-9895-03F6-680B28F2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E4CB07-7C1F-CD63-FAAC-2BA139783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850D2F-B75C-FDF1-E829-7B5AE9C6A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CFEB95-4A9D-AC9D-F4E8-C65C23CA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EEFDBA-F932-1DEC-BD78-75DC4D29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37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F6C977-6BB4-5BB9-0061-EE5703C37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1F2918-9F82-2F56-43B5-CB5DE82F9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7532A2-2E5F-C658-999F-5EE09E303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B28348-C3DA-FBBE-5F76-1C298844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429C30-D03D-3097-6D41-77CD98ABB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9F55D7-B04E-FA45-BF59-92EF62158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627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73576C-9C80-D00E-940C-5DB5959AC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096D7E-C438-5336-EB7B-D0E74DA3C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8ADAB4-371B-A70A-1F70-894DD832C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3FE877B-B2F3-A9FB-86A0-75EF6A1AA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6D4D551-288C-CF5C-38AC-DD30735161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F67EC7A-7CE0-D8C6-1DEB-B841ED15C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7907315-47F0-B09F-E8A4-96FA79C1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59152C2-0654-4C1C-BE47-C731BBA1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70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354ADD-CD24-3441-29AC-2B67F872F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DB6177-E380-095E-B506-C102BAC48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D5BF503-1E66-C34E-6B83-2B9F8DE33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A1AB96E-6506-F94A-4791-E2F75F5B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740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0B24BC6-5D30-B46B-E84A-5EBDE873D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247332C-1BA4-29DB-36F8-EFEBA7821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E878B9-E910-5BFB-BC7A-7384FBA0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7595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E4BF99-FAB3-9FBD-6D35-B5245CFF5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66F36B-3ECF-983E-FBE2-985C4C328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531C3E-F288-2F65-0A41-CA28F3D2D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6B0C9E-1B87-696B-1E63-21F34F57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B9A5B4-B304-EA72-9B6C-03FEDD331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43FB90-8340-2619-4B0C-CE76DBB31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527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267CB2-3AC8-CEF9-E0FE-6E4DF5C8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19D4475-F870-1FED-7196-55A2194B2B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EFCF9DD-E8E9-2E11-DAA3-4709446C1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916DC0-F31A-9E41-2399-D22392AD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F6CFD4-F22A-A94E-5958-DF7BEA8C9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A8BB79-35E7-DAA4-F99E-8499D74C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047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2A0FB-70F6-E3F5-4A8D-466AFDD2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6FD0F6-BF44-11FE-C5E0-E62D2036E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AED3D8-012D-8D00-B32B-52DF8859D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B94869-3F59-CF4E-D282-B655D7C2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127205-62A7-42B8-5811-E736B06D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14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60904EF-1C4B-22C0-7609-B811C52AA0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E6C8E5-3DC6-B80C-B3E6-A60E1247A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6AF550-65E4-D096-40BC-942AD333C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909A-5A47-44E5-8560-CBEAA1DE666A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BA0BC3-3481-25B8-1D92-6EFE48C87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371AEC-712F-C9F5-6436-F1F9C00D7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056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63FB539-B248-DD52-FF5F-626FA6E9E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1C7D5C-5C4E-02D2-D125-F4C8F4A93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736C42-4D8C-8C64-E98A-7F6C25F4F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8909A-5A47-44E5-8560-CBEAA1DE666A}" type="datetimeFigureOut">
              <a:rPr kumimoji="1" lang="ja-JP" altLang="en-US" smtClean="0"/>
              <a:t>2026/9/8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0B3609-D0CC-6287-3AAE-34E9BDA84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48F574-4612-C02B-809A-6A314B55F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2D9A3-4D45-43FD-B518-9F6DCC35D6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453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01EA6525-1050-B2A0-92B2-F848BBDEF5A6}"/>
              </a:ext>
            </a:extLst>
          </p:cNvPr>
          <p:cNvGrpSpPr/>
          <p:nvPr/>
        </p:nvGrpSpPr>
        <p:grpSpPr>
          <a:xfrm>
            <a:off x="4544900" y="3607254"/>
            <a:ext cx="1998133" cy="1651256"/>
            <a:chOff x="2505782" y="1719566"/>
            <a:chExt cx="1998133" cy="1651256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E16DBE18-0552-1D3E-2885-B12C1ACEC962}"/>
                </a:ext>
              </a:extLst>
            </p:cNvPr>
            <p:cNvGrpSpPr/>
            <p:nvPr/>
          </p:nvGrpSpPr>
          <p:grpSpPr>
            <a:xfrm>
              <a:off x="2790473" y="2040645"/>
              <a:ext cx="1571174" cy="1330177"/>
              <a:chOff x="2655006" y="1388534"/>
              <a:chExt cx="3369288" cy="2946470"/>
            </a:xfrm>
          </p:grpSpPr>
          <p:pic>
            <p:nvPicPr>
              <p:cNvPr id="13" name="図 12">
                <a:extLst>
                  <a:ext uri="{FF2B5EF4-FFF2-40B4-BE49-F238E27FC236}">
                    <a16:creationId xmlns:a16="http://schemas.microsoft.com/office/drawing/2014/main" id="{2C7B5FB5-D47B-1355-B1C2-8D34D986FE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5006" y="1388534"/>
                <a:ext cx="2838450" cy="2838450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A8F669EC-A381-73BF-1399-A0F559C74A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6943" y="2285118"/>
                <a:ext cx="800100" cy="1282171"/>
              </a:xfrm>
              <a:prstGeom prst="rect">
                <a:avLst/>
              </a:prstGeom>
            </p:spPr>
          </p:pic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F55DD261-68E0-057A-07E8-B2FAF8CF38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41059" y="2917544"/>
                <a:ext cx="1683235" cy="1417460"/>
              </a:xfrm>
              <a:prstGeom prst="rect">
                <a:avLst/>
              </a:prstGeom>
            </p:spPr>
          </p:pic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1B975FBD-7559-42F6-6D96-229CCB23D23F}"/>
                </a:ext>
              </a:extLst>
            </p:cNvPr>
            <p:cNvSpPr txBox="1"/>
            <p:nvPr/>
          </p:nvSpPr>
          <p:spPr>
            <a:xfrm>
              <a:off x="2505782" y="1719566"/>
              <a:ext cx="19981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/>
                <a:t>原価管理シート</a:t>
              </a: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CEA29F5B-2B95-9CF8-C854-8CCA4C0F9E6F}"/>
              </a:ext>
            </a:extLst>
          </p:cNvPr>
          <p:cNvGrpSpPr/>
          <p:nvPr/>
        </p:nvGrpSpPr>
        <p:grpSpPr>
          <a:xfrm>
            <a:off x="1377245" y="3610526"/>
            <a:ext cx="1998133" cy="1644712"/>
            <a:chOff x="7963956" y="1719566"/>
            <a:chExt cx="1998133" cy="1644712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A6EBE089-FB34-8AA3-C7BA-8D012E3E4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1206" y="2040645"/>
              <a:ext cx="1323633" cy="1323633"/>
            </a:xfrm>
            <a:prstGeom prst="rect">
              <a:avLst/>
            </a:prstGeom>
          </p:spPr>
        </p:pic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FE9DEC0F-B8AE-FBBB-DB48-EDBECF138D46}"/>
                </a:ext>
              </a:extLst>
            </p:cNvPr>
            <p:cNvSpPr txBox="1"/>
            <p:nvPr/>
          </p:nvSpPr>
          <p:spPr>
            <a:xfrm>
              <a:off x="7963956" y="1719566"/>
              <a:ext cx="19981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/>
                <a:t>実績</a:t>
              </a:r>
            </a:p>
          </p:txBody>
        </p:sp>
      </p:grpSp>
      <p:sp>
        <p:nvSpPr>
          <p:cNvPr id="20" name="矢印: 右 19">
            <a:extLst>
              <a:ext uri="{FF2B5EF4-FFF2-40B4-BE49-F238E27FC236}">
                <a16:creationId xmlns:a16="http://schemas.microsoft.com/office/drawing/2014/main" id="{8588A55B-FE94-9F6A-5821-C901D1285793}"/>
              </a:ext>
            </a:extLst>
          </p:cNvPr>
          <p:cNvSpPr/>
          <p:nvPr/>
        </p:nvSpPr>
        <p:spPr>
          <a:xfrm>
            <a:off x="7689969" y="4166764"/>
            <a:ext cx="666045" cy="73806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243F478B-FB12-8234-0678-2C065E276715}"/>
              </a:ext>
            </a:extLst>
          </p:cNvPr>
          <p:cNvGrpSpPr/>
          <p:nvPr/>
        </p:nvGrpSpPr>
        <p:grpSpPr>
          <a:xfrm>
            <a:off x="8780650" y="3586400"/>
            <a:ext cx="1998133" cy="1692965"/>
            <a:chOff x="496171" y="1815240"/>
            <a:chExt cx="1998133" cy="1692965"/>
          </a:xfrm>
        </p:grpSpPr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6726CA6E-ABBD-5654-BF08-AA863042C66E}"/>
                </a:ext>
              </a:extLst>
            </p:cNvPr>
            <p:cNvGrpSpPr/>
            <p:nvPr/>
          </p:nvGrpSpPr>
          <p:grpSpPr>
            <a:xfrm>
              <a:off x="697497" y="2139424"/>
              <a:ext cx="1595480" cy="1368781"/>
              <a:chOff x="1373127" y="3564639"/>
              <a:chExt cx="1595480" cy="1368781"/>
            </a:xfrm>
          </p:grpSpPr>
          <p:pic>
            <p:nvPicPr>
              <p:cNvPr id="30" name="図 29">
                <a:extLst>
                  <a:ext uri="{FF2B5EF4-FFF2-40B4-BE49-F238E27FC236}">
                    <a16:creationId xmlns:a16="http://schemas.microsoft.com/office/drawing/2014/main" id="{21290D93-13CE-F334-A5E0-F4C03CE427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73127" y="3564639"/>
                <a:ext cx="1351620" cy="1308019"/>
              </a:xfrm>
              <a:prstGeom prst="rect">
                <a:avLst/>
              </a:prstGeom>
            </p:spPr>
          </p:pic>
          <p:pic>
            <p:nvPicPr>
              <p:cNvPr id="35" name="図 34">
                <a:extLst>
                  <a:ext uri="{FF2B5EF4-FFF2-40B4-BE49-F238E27FC236}">
                    <a16:creationId xmlns:a16="http://schemas.microsoft.com/office/drawing/2014/main" id="{EE0F21BB-D8A3-E6C3-9F1E-C13DA4541B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87557" y="4295245"/>
                <a:ext cx="781050" cy="638175"/>
              </a:xfrm>
              <a:prstGeom prst="rect">
                <a:avLst/>
              </a:prstGeom>
            </p:spPr>
          </p:pic>
        </p:grp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E0864F87-1C75-ABE1-CE4F-B696AA5FABDE}"/>
                </a:ext>
              </a:extLst>
            </p:cNvPr>
            <p:cNvSpPr txBox="1"/>
            <p:nvPr/>
          </p:nvSpPr>
          <p:spPr>
            <a:xfrm>
              <a:off x="496171" y="1815240"/>
              <a:ext cx="19981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/>
                <a:t>原価管理シート</a:t>
              </a:r>
            </a:p>
          </p:txBody>
        </p:sp>
      </p:grp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A2DD918-140B-3178-E123-3AF6B37176E1}"/>
              </a:ext>
            </a:extLst>
          </p:cNvPr>
          <p:cNvSpPr txBox="1"/>
          <p:nvPr/>
        </p:nvSpPr>
        <p:spPr>
          <a:xfrm>
            <a:off x="3252943" y="3928333"/>
            <a:ext cx="13131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800" b="1" dirty="0"/>
              <a:t>＋</a:t>
            </a:r>
          </a:p>
        </p:txBody>
      </p:sp>
      <p:sp>
        <p:nvSpPr>
          <p:cNvPr id="44" name="吹き出し: 角を丸めた四角形 43">
            <a:extLst>
              <a:ext uri="{FF2B5EF4-FFF2-40B4-BE49-F238E27FC236}">
                <a16:creationId xmlns:a16="http://schemas.microsoft.com/office/drawing/2014/main" id="{B8D78610-C95B-782B-49B4-9430305BA228}"/>
              </a:ext>
            </a:extLst>
          </p:cNvPr>
          <p:cNvSpPr/>
          <p:nvPr/>
        </p:nvSpPr>
        <p:spPr>
          <a:xfrm>
            <a:off x="5238807" y="2076699"/>
            <a:ext cx="1193584" cy="1352301"/>
          </a:xfrm>
          <a:prstGeom prst="wedgeRoundRectCallout">
            <a:avLst>
              <a:gd name="adj1" fmla="val -25317"/>
              <a:gd name="adj2" fmla="val 64170"/>
              <a:gd name="adj3" fmla="val 16667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A947272E-0C13-3905-4A4F-20692983572E}"/>
              </a:ext>
            </a:extLst>
          </p:cNvPr>
          <p:cNvSpPr/>
          <p:nvPr/>
        </p:nvSpPr>
        <p:spPr>
          <a:xfrm>
            <a:off x="5469178" y="2502543"/>
            <a:ext cx="661817" cy="36933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予定</a:t>
            </a:r>
            <a:endParaRPr kumimoji="1" lang="ja-JP" altLang="en-US" b="1" dirty="0"/>
          </a:p>
        </p:txBody>
      </p:sp>
      <p:sp>
        <p:nvSpPr>
          <p:cNvPr id="46" name="吹き出し: 角を丸めた四角形 45">
            <a:extLst>
              <a:ext uri="{FF2B5EF4-FFF2-40B4-BE49-F238E27FC236}">
                <a16:creationId xmlns:a16="http://schemas.microsoft.com/office/drawing/2014/main" id="{A81B923D-6EBC-35F6-42C5-8A705FEA6403}"/>
              </a:ext>
            </a:extLst>
          </p:cNvPr>
          <p:cNvSpPr/>
          <p:nvPr/>
        </p:nvSpPr>
        <p:spPr>
          <a:xfrm>
            <a:off x="2059359" y="2076699"/>
            <a:ext cx="1193584" cy="1352301"/>
          </a:xfrm>
          <a:prstGeom prst="wedgeRoundRectCallout">
            <a:avLst>
              <a:gd name="adj1" fmla="val -25317"/>
              <a:gd name="adj2" fmla="val 64170"/>
              <a:gd name="adj3" fmla="val 16667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2312B137-D2D4-3806-1302-51B01B7C8338}"/>
              </a:ext>
            </a:extLst>
          </p:cNvPr>
          <p:cNvSpPr/>
          <p:nvPr/>
        </p:nvSpPr>
        <p:spPr>
          <a:xfrm>
            <a:off x="2289730" y="2502543"/>
            <a:ext cx="661817" cy="36933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</a:rPr>
              <a:t>実績</a:t>
            </a:r>
          </a:p>
        </p:txBody>
      </p:sp>
      <p:sp>
        <p:nvSpPr>
          <p:cNvPr id="48" name="吹き出し: 角を丸めた四角形 47">
            <a:extLst>
              <a:ext uri="{FF2B5EF4-FFF2-40B4-BE49-F238E27FC236}">
                <a16:creationId xmlns:a16="http://schemas.microsoft.com/office/drawing/2014/main" id="{6B12D8DF-009E-1F94-DDF5-C1B5391511A3}"/>
              </a:ext>
            </a:extLst>
          </p:cNvPr>
          <p:cNvSpPr/>
          <p:nvPr/>
        </p:nvSpPr>
        <p:spPr>
          <a:xfrm>
            <a:off x="9417703" y="2076699"/>
            <a:ext cx="1193584" cy="1352301"/>
          </a:xfrm>
          <a:prstGeom prst="wedgeRoundRectCallout">
            <a:avLst>
              <a:gd name="adj1" fmla="val -25317"/>
              <a:gd name="adj2" fmla="val 64170"/>
              <a:gd name="adj3" fmla="val 16667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2C36A8FE-76CB-0F45-6BA6-8A145CE21735}"/>
              </a:ext>
            </a:extLst>
          </p:cNvPr>
          <p:cNvSpPr/>
          <p:nvPr/>
        </p:nvSpPr>
        <p:spPr>
          <a:xfrm>
            <a:off x="9648074" y="2333208"/>
            <a:ext cx="661817" cy="36933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予定</a:t>
            </a:r>
            <a:endParaRPr kumimoji="1" lang="ja-JP" altLang="en-US" b="1" dirty="0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ACCB60C6-F188-DF42-2121-7E8DACFCECD2}"/>
              </a:ext>
            </a:extLst>
          </p:cNvPr>
          <p:cNvSpPr/>
          <p:nvPr/>
        </p:nvSpPr>
        <p:spPr>
          <a:xfrm>
            <a:off x="9654347" y="2842058"/>
            <a:ext cx="661817" cy="36933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315485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AF74C-3143-92D3-CBD6-6DAF679DE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EDBA139-3C03-E398-A67D-234DE4D1F9B9}"/>
              </a:ext>
            </a:extLst>
          </p:cNvPr>
          <p:cNvGrpSpPr/>
          <p:nvPr/>
        </p:nvGrpSpPr>
        <p:grpSpPr>
          <a:xfrm>
            <a:off x="7620001" y="3165385"/>
            <a:ext cx="1998133" cy="1644712"/>
            <a:chOff x="7963956" y="1719566"/>
            <a:chExt cx="1998133" cy="1644712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6DB4F75-9BD0-AB75-828C-2AD7D2DE6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1206" y="2040645"/>
              <a:ext cx="1323633" cy="1323633"/>
            </a:xfrm>
            <a:prstGeom prst="rect">
              <a:avLst/>
            </a:prstGeom>
          </p:spPr>
        </p:pic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31BFC698-5F2C-4418-42D3-C6B1DFE36179}"/>
                </a:ext>
              </a:extLst>
            </p:cNvPr>
            <p:cNvSpPr txBox="1"/>
            <p:nvPr/>
          </p:nvSpPr>
          <p:spPr>
            <a:xfrm>
              <a:off x="7963956" y="1719566"/>
              <a:ext cx="19981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/>
                <a:t>実績</a:t>
              </a:r>
            </a:p>
          </p:txBody>
        </p:sp>
      </p:grp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A3B7A23F-6241-4F35-ADBC-E4EB5B8D4658}"/>
              </a:ext>
            </a:extLst>
          </p:cNvPr>
          <p:cNvSpPr/>
          <p:nvPr/>
        </p:nvSpPr>
        <p:spPr>
          <a:xfrm>
            <a:off x="8302115" y="1631558"/>
            <a:ext cx="1193584" cy="1352301"/>
          </a:xfrm>
          <a:prstGeom prst="wedgeRoundRectCallout">
            <a:avLst>
              <a:gd name="adj1" fmla="val -25317"/>
              <a:gd name="adj2" fmla="val 64170"/>
              <a:gd name="adj3" fmla="val 16667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2FA8968-19C7-9FD0-4CEA-203CF182D801}"/>
              </a:ext>
            </a:extLst>
          </p:cNvPr>
          <p:cNvSpPr/>
          <p:nvPr/>
        </p:nvSpPr>
        <p:spPr>
          <a:xfrm>
            <a:off x="8532486" y="2057402"/>
            <a:ext cx="661817" cy="36933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</a:rPr>
              <a:t>実績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1AC35BB-AA61-79A8-9DC3-24558492F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339" y="1631558"/>
            <a:ext cx="1999661" cy="318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9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F6AA5-DBB9-475A-118F-79AE078C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C74B76F1-4802-C5C6-9B4A-476F25207468}"/>
              </a:ext>
            </a:extLst>
          </p:cNvPr>
          <p:cNvGrpSpPr/>
          <p:nvPr/>
        </p:nvGrpSpPr>
        <p:grpSpPr>
          <a:xfrm>
            <a:off x="4544900" y="3607254"/>
            <a:ext cx="1998133" cy="1651256"/>
            <a:chOff x="2505782" y="1719566"/>
            <a:chExt cx="1998133" cy="1651256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7144CC3B-E5D4-7F89-D891-8525F07326B0}"/>
                </a:ext>
              </a:extLst>
            </p:cNvPr>
            <p:cNvGrpSpPr/>
            <p:nvPr/>
          </p:nvGrpSpPr>
          <p:grpSpPr>
            <a:xfrm>
              <a:off x="2790473" y="2040645"/>
              <a:ext cx="1571174" cy="1330177"/>
              <a:chOff x="2655006" y="1388534"/>
              <a:chExt cx="3369288" cy="2946470"/>
            </a:xfrm>
          </p:grpSpPr>
          <p:pic>
            <p:nvPicPr>
              <p:cNvPr id="5" name="図 4">
                <a:extLst>
                  <a:ext uri="{FF2B5EF4-FFF2-40B4-BE49-F238E27FC236}">
                    <a16:creationId xmlns:a16="http://schemas.microsoft.com/office/drawing/2014/main" id="{BB7BCEA7-22A1-18E9-BDBE-4963167438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5006" y="1388534"/>
                <a:ext cx="2838450" cy="2838450"/>
              </a:xfrm>
              <a:prstGeom prst="rect">
                <a:avLst/>
              </a:prstGeom>
            </p:spPr>
          </p:pic>
          <p:pic>
            <p:nvPicPr>
              <p:cNvPr id="6" name="図 5">
                <a:extLst>
                  <a:ext uri="{FF2B5EF4-FFF2-40B4-BE49-F238E27FC236}">
                    <a16:creationId xmlns:a16="http://schemas.microsoft.com/office/drawing/2014/main" id="{4868DB1C-A432-C538-37DD-4478DF0DED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6943" y="2285118"/>
                <a:ext cx="800100" cy="1282171"/>
              </a:xfrm>
              <a:prstGeom prst="rect">
                <a:avLst/>
              </a:prstGeom>
            </p:spPr>
          </p:pic>
          <p:pic>
            <p:nvPicPr>
              <p:cNvPr id="7" name="図 6">
                <a:extLst>
                  <a:ext uri="{FF2B5EF4-FFF2-40B4-BE49-F238E27FC236}">
                    <a16:creationId xmlns:a16="http://schemas.microsoft.com/office/drawing/2014/main" id="{C42C7B55-81EF-2ED9-AE47-66FBD85040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41059" y="2917544"/>
                <a:ext cx="1683235" cy="1417460"/>
              </a:xfrm>
              <a:prstGeom prst="rect">
                <a:avLst/>
              </a:prstGeom>
            </p:spPr>
          </p:pic>
        </p:grp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B10D2556-04D1-1391-EE3C-6624203D15DF}"/>
                </a:ext>
              </a:extLst>
            </p:cNvPr>
            <p:cNvSpPr txBox="1"/>
            <p:nvPr/>
          </p:nvSpPr>
          <p:spPr>
            <a:xfrm>
              <a:off x="2505782" y="1719566"/>
              <a:ext cx="19981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/>
                <a:t>原価管理シート</a:t>
              </a:r>
            </a:p>
          </p:txBody>
        </p:sp>
      </p:grp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8178C789-C327-668E-137B-54B702265A5C}"/>
              </a:ext>
            </a:extLst>
          </p:cNvPr>
          <p:cNvSpPr/>
          <p:nvPr/>
        </p:nvSpPr>
        <p:spPr>
          <a:xfrm>
            <a:off x="5238807" y="2076699"/>
            <a:ext cx="1193584" cy="1352301"/>
          </a:xfrm>
          <a:prstGeom prst="wedgeRoundRectCallout">
            <a:avLst>
              <a:gd name="adj1" fmla="val -25317"/>
              <a:gd name="adj2" fmla="val 64170"/>
              <a:gd name="adj3" fmla="val 16667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393D6F-5B5D-EFBE-4B2B-933AADFD788B}"/>
              </a:ext>
            </a:extLst>
          </p:cNvPr>
          <p:cNvSpPr/>
          <p:nvPr/>
        </p:nvSpPr>
        <p:spPr>
          <a:xfrm>
            <a:off x="5469178" y="2502543"/>
            <a:ext cx="661817" cy="36933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予定</a:t>
            </a:r>
            <a:endParaRPr kumimoji="1" lang="ja-JP" altLang="en-US" b="1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BB174F5-4BF1-8108-E9BF-0288C4A88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4599" y="1743974"/>
            <a:ext cx="1993565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392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B28A8-4F1C-6AD1-9616-39E6E3689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591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9CE00-0425-3FA3-1B14-16AC1E273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14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1D145-4925-1631-FC6E-D19BE38D5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167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18</Words>
  <Application>Microsoft Office PowerPoint</Application>
  <PresentationFormat>ワイド画面</PresentationFormat>
  <Paragraphs>12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直樹 石田</dc:creator>
  <cp:lastModifiedBy>直樹 石田</cp:lastModifiedBy>
  <cp:revision>43</cp:revision>
  <dcterms:created xsi:type="dcterms:W3CDTF">2026-09-04T16:32:46Z</dcterms:created>
  <dcterms:modified xsi:type="dcterms:W3CDTF">2026-09-08T04:06:34Z</dcterms:modified>
</cp:coreProperties>
</file>