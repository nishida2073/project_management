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29" r:id="rId17"/>
    <p:sldId id="330" r:id="rId18"/>
    <p:sldId id="271" r:id="rId19"/>
    <p:sldId id="270" r:id="rId20"/>
    <p:sldId id="272" r:id="rId21"/>
    <p:sldId id="273" r:id="rId22"/>
    <p:sldId id="274" r:id="rId23"/>
    <p:sldId id="275" r:id="rId24"/>
    <p:sldId id="326" r:id="rId25"/>
    <p:sldId id="276" r:id="rId26"/>
    <p:sldId id="32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301" r:id="rId41"/>
    <p:sldId id="303" r:id="rId42"/>
    <p:sldId id="302" r:id="rId43"/>
    <p:sldId id="292" r:id="rId44"/>
    <p:sldId id="310" r:id="rId45"/>
    <p:sldId id="305" r:id="rId46"/>
    <p:sldId id="311" r:id="rId47"/>
    <p:sldId id="312" r:id="rId48"/>
    <p:sldId id="306" r:id="rId49"/>
    <p:sldId id="313" r:id="rId50"/>
    <p:sldId id="314" r:id="rId51"/>
    <p:sldId id="315" r:id="rId52"/>
    <p:sldId id="307" r:id="rId53"/>
    <p:sldId id="316" r:id="rId54"/>
    <p:sldId id="320" r:id="rId55"/>
    <p:sldId id="321" r:id="rId56"/>
    <p:sldId id="317" r:id="rId57"/>
    <p:sldId id="322" r:id="rId58"/>
    <p:sldId id="324" r:id="rId59"/>
    <p:sldId id="323" r:id="rId60"/>
    <p:sldId id="325" r:id="rId61"/>
    <p:sldId id="319" r:id="rId6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4284" autoAdjust="0"/>
  </p:normalViewPr>
  <p:slideViewPr>
    <p:cSldViewPr snapToGrid="0">
      <p:cViewPr varScale="1">
        <p:scale>
          <a:sx n="68" d="100"/>
          <a:sy n="68" d="100"/>
        </p:scale>
        <p:origin x="11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668A8EA6-825C-3889-2B2C-4A93459BEE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932" y="714536"/>
            <a:ext cx="2847182" cy="592177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DC5E0BF-3D4D-47E4-B421-77B922B27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054" y="744353"/>
            <a:ext cx="2800350" cy="4384238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D2ADE84-DA1E-D454-C9BF-89305184C1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8838" y="466087"/>
            <a:ext cx="2865368" cy="5925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72A2819-2C2A-DBB6-B81A-ED6587037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7542" y="1045096"/>
            <a:ext cx="3343275" cy="41052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7834979" y="1523651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851DF13-2F39-419B-3116-94173BEC4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111" y="907331"/>
            <a:ext cx="3346994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98486D7-E1C1-660D-F3A5-DE21D90CEA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892" y="2829751"/>
            <a:ext cx="3707883" cy="1622979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9889435" y="3276760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71C1FA1-27D3-4B50-4CB8-186A04308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063" y="3429000"/>
            <a:ext cx="3706689" cy="162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1BCE135-2ADD-2A7D-C9FE-6C891E6A91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2554" y="819771"/>
            <a:ext cx="3343275" cy="41052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6472766" y="1649894"/>
            <a:ext cx="3223063" cy="27133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8E93ABA-6968-AEC0-9359-D6E193D4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4734" y="1135931"/>
            <a:ext cx="3365284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A4280382-2A91-719F-0F8E-7DD1EC87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9392" y="260773"/>
            <a:ext cx="3172849" cy="6366641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53601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7B1902FD-D276-5D38-DD0B-E69877AD35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510" y="0"/>
            <a:ext cx="3170195" cy="636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7575DBA5-132F-47C0-5A57-4F7BDBD7F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502" y="109900"/>
            <a:ext cx="3171446" cy="6535101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38442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38442" y="5652860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BA2A7F9-3683-3422-D600-D255E2503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168" y="-87095"/>
            <a:ext cx="3170195" cy="653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図 20">
            <a:extLst>
              <a:ext uri="{FF2B5EF4-FFF2-40B4-BE49-F238E27FC236}">
                <a16:creationId xmlns:a16="http://schemas.microsoft.com/office/drawing/2014/main" id="{71A13DAE-538A-A3F3-4D3B-92AA88474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356" y="204754"/>
            <a:ext cx="3240340" cy="6448491"/>
          </a:xfrm>
          <a:prstGeom prst="rect">
            <a:avLst/>
          </a:prstGeom>
        </p:spPr>
      </p:pic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0717C2F-2199-8456-B5BD-A48E99A95EDA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E402F4F-96DD-F85E-0F2E-FAF063F5A38B}"/>
              </a:ext>
            </a:extLst>
          </p:cNvPr>
          <p:cNvSpPr/>
          <p:nvPr/>
        </p:nvSpPr>
        <p:spPr>
          <a:xfrm>
            <a:off x="4624683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FDC1CDD-4D0B-3DA1-D90D-3DCA3BBEC216}"/>
              </a:ext>
            </a:extLst>
          </p:cNvPr>
          <p:cNvSpPr/>
          <p:nvPr/>
        </p:nvSpPr>
        <p:spPr>
          <a:xfrm>
            <a:off x="4624683" y="5652860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AE75536D-87E3-D88C-06B7-0A1C020A1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14" y="0"/>
            <a:ext cx="3237257" cy="644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65F105B3-8B44-D08C-2945-E519B91451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354" y="145520"/>
            <a:ext cx="2714625" cy="56864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865511" y="2336799"/>
            <a:ext cx="2669468" cy="3025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06DFF3B4-B400-57B7-29B8-84028DA4E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177" y="889769"/>
            <a:ext cx="2731245" cy="5688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9ADE307F-1FE4-971D-4CF9-524B75653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75" y="2043303"/>
            <a:ext cx="2457450" cy="5086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5915378" y="4323522"/>
            <a:ext cx="3951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639BC8AC-EB4A-5945-7022-EDBB49E1F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226" y="488588"/>
            <a:ext cx="2462997" cy="509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D0A4689-D715-2BD8-1BC7-7E777D79D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502" y="109900"/>
            <a:ext cx="3171446" cy="65351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33966" y="6180426"/>
            <a:ext cx="291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E740D10-7992-67F3-D77B-03A765DC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69" y="-355052"/>
            <a:ext cx="3170195" cy="653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3691-409E-A689-E94E-94C5FD6C2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B847C09-437E-B245-751B-A9B7EB03F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0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42F1-9E49-877E-2E5B-39A9D4CE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3C67693-EFC3-7941-09C4-2DF229D869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84A3F06-48B1-7FB8-7DBF-282659F4B50B}"/>
              </a:ext>
            </a:extLst>
          </p:cNvPr>
          <p:cNvSpPr/>
          <p:nvPr/>
        </p:nvSpPr>
        <p:spPr>
          <a:xfrm flipV="1">
            <a:off x="4555508" y="2895597"/>
            <a:ext cx="3064492" cy="35164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C6DEFF-31F1-A13C-EF0C-01A95B636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951" y="823768"/>
            <a:ext cx="3164098" cy="48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723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890BF980-9AC9-0B86-F532-2491F685E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614452" y="2353731"/>
            <a:ext cx="1476000" cy="3668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D40913EB-DCF2-E6DD-9515-8BDE5E3C9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562" y="767324"/>
            <a:ext cx="3164098" cy="48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FF2B9FF-27DB-C65A-6A79-692DABD38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00" y="1428750"/>
            <a:ext cx="2362200" cy="40005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61B99F-52FB-B3AE-65C8-507DE29BACC1}"/>
              </a:ext>
            </a:extLst>
          </p:cNvPr>
          <p:cNvSpPr/>
          <p:nvPr/>
        </p:nvSpPr>
        <p:spPr>
          <a:xfrm flipV="1">
            <a:off x="5891412" y="2500487"/>
            <a:ext cx="396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44DFDE7-CAFD-FA98-4D18-180D9609B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785" y="1827045"/>
            <a:ext cx="2365453" cy="400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9EBC3CE-D1B0-EBB9-FB23-0E296809E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641" y="1876426"/>
            <a:ext cx="3165652" cy="4803908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3E40BFC-4141-004A-4428-C6D2E5A2FE14}"/>
              </a:ext>
            </a:extLst>
          </p:cNvPr>
          <p:cNvSpPr/>
          <p:nvPr/>
        </p:nvSpPr>
        <p:spPr>
          <a:xfrm flipV="1">
            <a:off x="6115875" y="2353731"/>
            <a:ext cx="1476000" cy="3668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6192BEF0-EC12-8C3E-277F-88521D6FE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884" y="1026968"/>
            <a:ext cx="3164098" cy="48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9E7C21DC-29B3-5CD6-00B4-994AA9A52BF6}"/>
              </a:ext>
            </a:extLst>
          </p:cNvPr>
          <p:cNvGrpSpPr/>
          <p:nvPr/>
        </p:nvGrpSpPr>
        <p:grpSpPr>
          <a:xfrm>
            <a:off x="5608703" y="490883"/>
            <a:ext cx="2476500" cy="5842968"/>
            <a:chOff x="5608703" y="490883"/>
            <a:chExt cx="2476500" cy="5842968"/>
          </a:xfrm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60F57E4C-30BF-C84D-9FB8-C9FE5BF89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9988" y="490883"/>
              <a:ext cx="2428875" cy="37719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6C91F23-6935-9C21-8DDD-2E59A267A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8703" y="4133576"/>
              <a:ext cx="2476500" cy="2200275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21641" y="843037"/>
            <a:ext cx="2070503" cy="2683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7781C46-25FC-C453-8F29-0A6E52271F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3028" y="861494"/>
            <a:ext cx="2475191" cy="584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118CBA7-AD97-D9C2-DA57-0081ED9B8564}"/>
              </a:ext>
            </a:extLst>
          </p:cNvPr>
          <p:cNvGrpSpPr/>
          <p:nvPr/>
        </p:nvGrpSpPr>
        <p:grpSpPr>
          <a:xfrm>
            <a:off x="5608703" y="490883"/>
            <a:ext cx="2476500" cy="5842968"/>
            <a:chOff x="5608703" y="490883"/>
            <a:chExt cx="2476500" cy="5842968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352FA20-2A47-C46D-4E43-39177F20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9988" y="490883"/>
              <a:ext cx="2428875" cy="37719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9F079C06-E517-79D7-726F-30B09465A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8703" y="4133576"/>
              <a:ext cx="2476500" cy="220027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5821641" y="3526969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C3ED941-8AF1-10A8-7D73-9EC3B2642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8856" y="687667"/>
            <a:ext cx="2475191" cy="584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3110B52A-72BA-4969-23F9-1ED1B4B54D07}"/>
              </a:ext>
            </a:extLst>
          </p:cNvPr>
          <p:cNvGrpSpPr/>
          <p:nvPr/>
        </p:nvGrpSpPr>
        <p:grpSpPr>
          <a:xfrm>
            <a:off x="5608703" y="490883"/>
            <a:ext cx="2476500" cy="5842968"/>
            <a:chOff x="5608703" y="490883"/>
            <a:chExt cx="2476500" cy="5842968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A5666E3-CBBE-4CC5-72AB-1BBE88AE6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9988" y="490883"/>
              <a:ext cx="2428875" cy="37719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2BA4B9-7870-0CDD-3E13-2EC6D0B0B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08703" y="4133576"/>
              <a:ext cx="2476500" cy="2200275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5821641" y="4158374"/>
            <a:ext cx="2070503" cy="19840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4BD384F3-0062-A2AD-1B25-BE6A232413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8613" y="121137"/>
            <a:ext cx="2475191" cy="584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6BF57A8-48A0-BAC5-33B3-838462194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116285" y="2253341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97C258A-778E-FA4C-5DC1-0D6C9992D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293" y="143631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CB37C85-589F-9FAB-6E95-5DAAB59FFD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309257"/>
            <a:ext cx="2250088" cy="2209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1A1A67C-2BE5-7C0B-9A55-26455B4FE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24" y="175140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436D38D-243D-2F72-C3B2-725C08F226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08361"/>
            <a:ext cx="2830706" cy="5073496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C25E90A-1EBA-517F-796B-20F9E1F74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957" y="732049"/>
            <a:ext cx="2834886" cy="50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4AFE788-C017-2E42-8FBF-E44297BF3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BB64A7C-8E30-3464-CBA0-C636AB8C5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461" y="892844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A0B4AEE-CDC6-A703-09A9-7F206ACD1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789" y="548117"/>
            <a:ext cx="2830706" cy="50734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D085E0C4-0B32-FAF1-0B39-6B80C7B16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618" y="465461"/>
            <a:ext cx="2834886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77C8267-8038-575A-DC4D-29E16F78E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911" y="528239"/>
            <a:ext cx="2830706" cy="507349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562A-994E-8F84-48DC-49FAE2177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440" y="455523"/>
            <a:ext cx="2828789" cy="507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</TotalTime>
  <Words>2</Words>
  <Application>Microsoft Office PowerPoint</Application>
  <PresentationFormat>ワイド画面</PresentationFormat>
  <Paragraphs>1</Paragraphs>
  <Slides>61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61</vt:i4>
      </vt:variant>
    </vt:vector>
  </HeadingPairs>
  <TitlesOfParts>
    <vt:vector size="6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34</cp:revision>
  <dcterms:created xsi:type="dcterms:W3CDTF">2026-09-04T16:32:46Z</dcterms:created>
  <dcterms:modified xsi:type="dcterms:W3CDTF">2026-09-07T08:41:23Z</dcterms:modified>
</cp:coreProperties>
</file>