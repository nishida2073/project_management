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3"/>
  </p:notesMasterIdLst>
  <p:sldIdLst>
    <p:sldId id="256" r:id="rId2"/>
    <p:sldId id="259" r:id="rId3"/>
    <p:sldId id="257" r:id="rId4"/>
    <p:sldId id="258" r:id="rId5"/>
    <p:sldId id="32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329" r:id="rId17"/>
    <p:sldId id="330" r:id="rId18"/>
    <p:sldId id="271" r:id="rId19"/>
    <p:sldId id="270" r:id="rId20"/>
    <p:sldId id="272" r:id="rId21"/>
    <p:sldId id="273" r:id="rId22"/>
    <p:sldId id="274" r:id="rId23"/>
    <p:sldId id="275" r:id="rId24"/>
    <p:sldId id="326" r:id="rId25"/>
    <p:sldId id="276" r:id="rId26"/>
    <p:sldId id="32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301" r:id="rId41"/>
    <p:sldId id="303" r:id="rId42"/>
    <p:sldId id="302" r:id="rId43"/>
    <p:sldId id="292" r:id="rId44"/>
    <p:sldId id="310" r:id="rId45"/>
    <p:sldId id="305" r:id="rId46"/>
    <p:sldId id="311" r:id="rId47"/>
    <p:sldId id="312" r:id="rId48"/>
    <p:sldId id="306" r:id="rId49"/>
    <p:sldId id="313" r:id="rId50"/>
    <p:sldId id="314" r:id="rId51"/>
    <p:sldId id="315" r:id="rId52"/>
    <p:sldId id="307" r:id="rId53"/>
    <p:sldId id="316" r:id="rId54"/>
    <p:sldId id="320" r:id="rId55"/>
    <p:sldId id="321" r:id="rId56"/>
    <p:sldId id="317" r:id="rId57"/>
    <p:sldId id="322" r:id="rId58"/>
    <p:sldId id="324" r:id="rId59"/>
    <p:sldId id="323" r:id="rId60"/>
    <p:sldId id="325" r:id="rId61"/>
    <p:sldId id="319" r:id="rId6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4284" autoAdjust="0"/>
  </p:normalViewPr>
  <p:slideViewPr>
    <p:cSldViewPr snapToGrid="0">
      <p:cViewPr varScale="1">
        <p:scale>
          <a:sx n="68" d="100"/>
          <a:sy n="68" d="100"/>
        </p:scale>
        <p:origin x="11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664234-FD8A-4A45-832D-EA9D63D2E844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15B7E8-AA9A-4423-B138-E3334F57F1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3184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15B7E8-AA9A-4423-B138-E3334F57F1F9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63353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A84E11-35A2-7B0B-EDF4-F8740AEC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46C241D-0D2C-A665-6957-3F4DB24E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FE914-DD8A-AA6D-0100-65A03E63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D2F235-0F93-9F2D-6F0A-484B16C0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D86A0C-9CC4-65EA-A97B-06D7853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679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861C2B-2A7C-2DD6-9A7C-D7A51BBD9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2AE5C0-DF8C-2B4E-895E-7D6EE0266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DE19E-EAE0-E555-112E-D0264E96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D9DEC8-08A8-F1FB-DE67-EA13C409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D0DD51-9F13-C990-EAE2-EDA58492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771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55F2C-2B4D-9895-03F6-680B28F2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E4CB07-7C1F-CD63-FAAC-2BA139783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850D2F-B75C-FDF1-E829-7B5AE9C6A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CFEB95-4A9D-AC9D-F4E8-C65C23CA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EEFDBA-F932-1DEC-BD78-75DC4D29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7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F6C977-6BB4-5BB9-0061-EE5703C37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1F2918-9F82-2F56-43B5-CB5DE82F9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7532A2-2E5F-C658-999F-5EE09E303A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B28348-C3DA-FBBE-5F76-1C298844C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429C30-D03D-3097-6D41-77CD98AB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9F55D7-B04E-FA45-BF59-92EF6215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27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3576C-9C80-D00E-940C-5DB5959A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096D7E-C438-5336-EB7B-D0E74DA3C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8ADAB4-371B-A70A-1F70-894DD832C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3FE877B-B2F3-A9FB-86A0-75EF6A1AA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D4D551-288C-CF5C-38AC-DD30735161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7EC7A-7CE0-D8C6-1DEB-B841ED15C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7907315-47F0-B09F-E8A4-96FA79C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9152C2-0654-4C1C-BE47-C731BBA16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67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354ADD-CD24-3441-29AC-2B67F872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DB6177-E380-095E-B506-C102BAC48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5BF503-1E66-C34E-6B83-2B9F8DE33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1AB96E-6506-F94A-4791-E2F75F5B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740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24BC6-5D30-B46B-E84A-5EBDE873D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47332C-1BA4-29DB-36F8-EFEBA7821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878B9-E910-5BFB-BC7A-7384FBA0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759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4BF99-FAB3-9FBD-6D35-B5245CFF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66F36B-3ECF-983E-FBE2-985C4C32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531C3E-F288-2F65-0A41-CA28F3D2D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6B0C9E-1B87-696B-1E63-21F34F571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B9A5B4-B304-EA72-9B6C-03FEDD33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3FB90-8340-2619-4B0C-CE76DBB31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67CB2-3AC8-CEF9-E0FE-6E4DF5C8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4475-F870-1FED-7196-55A2194B2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FCF9DD-E8E9-2E11-DAA3-4709446C1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916DC0-F31A-9E41-2399-D22392AD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F6CFD4-F22A-A94E-5958-DF7BEA8C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A8BB79-35E7-DAA4-F99E-8499D74C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47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2A0FB-70F6-E3F5-4A8D-466AFDD2C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6FD0F6-BF44-11FE-C5E0-E62D2036E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AED3D8-012D-8D00-B32B-52DF8859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B94869-3F59-CF4E-D282-B655D7C2B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27205-62A7-42B8-5811-E736B06D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14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60904EF-1C4B-22C0-7609-B811C52AA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E6C8E5-3DC6-B80C-B3E6-A60E1247A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6AF550-65E4-D096-40BC-942AD333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BA0BC3-3481-25B8-1D92-6EFE48C87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371AEC-712F-C9F5-6436-F1F9C00D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5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63FB539-B248-DD52-FF5F-626FA6E9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1C7D5C-5C4E-02D2-D125-F4C8F4A93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36C42-4D8C-8C64-E98A-7F6C25F4F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B3609-D0CC-6287-3AAE-34E9BDA84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48F574-4612-C02B-809A-6A314B55F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G"/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G"/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G"/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JPG"/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JPG"/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G"/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9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69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4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3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B05147EE-EDD2-D67D-8F55-57C75E8FC94F}"/>
              </a:ext>
            </a:extLst>
          </p:cNvPr>
          <p:cNvSpPr/>
          <p:nvPr/>
        </p:nvSpPr>
        <p:spPr>
          <a:xfrm>
            <a:off x="1515291" y="2333897"/>
            <a:ext cx="1584000" cy="51380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tx1"/>
                </a:solidFill>
              </a:rPr>
              <a:t>トップ画面</a:t>
            </a:r>
          </a:p>
        </p:txBody>
      </p:sp>
    </p:spTree>
    <p:extLst>
      <p:ext uri="{BB962C8B-B14F-4D97-AF65-F5344CB8AC3E}">
        <p14:creationId xmlns:p14="http://schemas.microsoft.com/office/powerpoint/2010/main" val="315485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3D651-EC0A-D6EB-EDFF-3115CABA2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B73E852-2220-757F-C47A-B9F3099639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2156" y="877956"/>
            <a:ext cx="3076575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969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89E89CB-0DB1-2722-8977-990DFB3220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5934" y="934400"/>
            <a:ext cx="3076575" cy="42672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B693ECF-713E-7D3E-4423-4356C8551072}"/>
              </a:ext>
            </a:extLst>
          </p:cNvPr>
          <p:cNvSpPr/>
          <p:nvPr/>
        </p:nvSpPr>
        <p:spPr>
          <a:xfrm>
            <a:off x="7105934" y="934400"/>
            <a:ext cx="3076575" cy="15943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608358F-36F9-DF2F-E02D-C5C581AA7F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3766" y="1074629"/>
            <a:ext cx="3103133" cy="4279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269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61FB-91AA-1287-C987-2469A8216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E067ECD9-5EF1-F975-ED55-0290064C26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5934" y="934400"/>
            <a:ext cx="3076575" cy="42672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F1C965D-0FCD-7A43-3293-B86332677F40}"/>
              </a:ext>
            </a:extLst>
          </p:cNvPr>
          <p:cNvSpPr/>
          <p:nvPr/>
        </p:nvSpPr>
        <p:spPr>
          <a:xfrm flipV="1">
            <a:off x="7105934" y="2698043"/>
            <a:ext cx="3076575" cy="25035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0EE4ADC-A0D4-C9DE-8968-889DEB927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4745" y="778070"/>
            <a:ext cx="3103133" cy="4285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085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1A0164B-C782-D160-EB36-39DC4A6B67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2512" y="895350"/>
            <a:ext cx="2678466" cy="550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990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961F38AC-7893-9B1D-84AD-9FB61275B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6779" y="1095517"/>
            <a:ext cx="3556045" cy="4117526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7A5B397-DA30-10A9-3372-621A2BDC21DE}"/>
              </a:ext>
            </a:extLst>
          </p:cNvPr>
          <p:cNvSpPr/>
          <p:nvPr/>
        </p:nvSpPr>
        <p:spPr>
          <a:xfrm>
            <a:off x="7834979" y="1523651"/>
            <a:ext cx="855133" cy="3679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13FB472E-CCAA-8BBD-E531-0C49355E4F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5320" y="1371421"/>
            <a:ext cx="3560373" cy="4115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449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5273C-31EF-FD48-5B5F-24A7A498B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98486D7-E1C1-660D-F3A5-DE21D90CEA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5892" y="2829751"/>
            <a:ext cx="3707883" cy="1622979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21BE025-56A0-8AA6-BD15-2F7A2FBBEF48}"/>
              </a:ext>
            </a:extLst>
          </p:cNvPr>
          <p:cNvSpPr/>
          <p:nvPr/>
        </p:nvSpPr>
        <p:spPr>
          <a:xfrm>
            <a:off x="9889435" y="3276760"/>
            <a:ext cx="855133" cy="4826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971C1FA1-27D3-4B50-4CB8-186A04308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0063" y="3429000"/>
            <a:ext cx="3706689" cy="1621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5252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44105-8489-A6E2-E32F-62106361B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1C567024-1768-2BB6-1A4B-1A021FADC0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6274" y="1253562"/>
            <a:ext cx="3556045" cy="4117526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AEEB806-9C0E-4DBD-510D-974180819068}"/>
              </a:ext>
            </a:extLst>
          </p:cNvPr>
          <p:cNvSpPr/>
          <p:nvPr/>
        </p:nvSpPr>
        <p:spPr>
          <a:xfrm>
            <a:off x="6529209" y="2106175"/>
            <a:ext cx="3223063" cy="271338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F1A3512-BBED-5B62-31E2-310FBCCEC9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247" y="704401"/>
            <a:ext cx="3560373" cy="4115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694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B7A9518-F81F-93FD-210C-F7BB9594A5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0138" y="291768"/>
            <a:ext cx="3098641" cy="6364776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EDE2E5D-ED2E-291B-CD96-70BD91EEC7AB}"/>
              </a:ext>
            </a:extLst>
          </p:cNvPr>
          <p:cNvSpPr/>
          <p:nvPr/>
        </p:nvSpPr>
        <p:spPr>
          <a:xfrm>
            <a:off x="4653601" y="3513667"/>
            <a:ext cx="2988733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C32A50D1-6DF0-828A-BE40-808867DF7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238" y="0"/>
            <a:ext cx="3097036" cy="6364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668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68401C0-E28B-BED3-158E-A45E814E55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8311" y="238743"/>
            <a:ext cx="3134637" cy="6390303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EA62F00-6ED4-9D98-9AE3-7FE60BFF6ACF}"/>
              </a:ext>
            </a:extLst>
          </p:cNvPr>
          <p:cNvSpPr/>
          <p:nvPr/>
        </p:nvSpPr>
        <p:spPr>
          <a:xfrm>
            <a:off x="460163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F80485C-C613-878C-F45C-5961E906B015}"/>
              </a:ext>
            </a:extLst>
          </p:cNvPr>
          <p:cNvSpPr/>
          <p:nvPr/>
        </p:nvSpPr>
        <p:spPr>
          <a:xfrm>
            <a:off x="4638442" y="3310469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0216697-8FFA-7D2E-B473-DE785384670F}"/>
              </a:ext>
            </a:extLst>
          </p:cNvPr>
          <p:cNvSpPr/>
          <p:nvPr/>
        </p:nvSpPr>
        <p:spPr>
          <a:xfrm>
            <a:off x="4638442" y="5630282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2B0F7222-7E7E-15D6-51B4-7DA083D34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458" y="115888"/>
            <a:ext cx="3133616" cy="6389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785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8D075-8AB9-141D-E924-2749DD2F1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2F892AF-1823-0BCC-8550-31439E77AD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6082" y="177812"/>
            <a:ext cx="3237257" cy="6560677"/>
          </a:xfrm>
          <a:prstGeom prst="rect">
            <a:avLst/>
          </a:prstGeom>
        </p:spPr>
      </p:pic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0717C2F-2199-8456-B5BD-A48E99A95EDA}"/>
              </a:ext>
            </a:extLst>
          </p:cNvPr>
          <p:cNvSpPr/>
          <p:nvPr/>
        </p:nvSpPr>
        <p:spPr>
          <a:xfrm>
            <a:off x="608330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1E402F4F-96DD-F85E-0F2E-FAF063F5A38B}"/>
              </a:ext>
            </a:extLst>
          </p:cNvPr>
          <p:cNvSpPr/>
          <p:nvPr/>
        </p:nvSpPr>
        <p:spPr>
          <a:xfrm>
            <a:off x="4624683" y="3306534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1FDC1CDD-4D0B-3DA1-D90D-3DCA3BBEC216}"/>
              </a:ext>
            </a:extLst>
          </p:cNvPr>
          <p:cNvSpPr/>
          <p:nvPr/>
        </p:nvSpPr>
        <p:spPr>
          <a:xfrm>
            <a:off x="4624683" y="5675438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688C704E-29EA-5829-DCC7-F17E0626E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7371" y="149067"/>
            <a:ext cx="3237257" cy="655986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00751BA4-D06B-56BF-BDEE-6A354B449D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148" y="66623"/>
            <a:ext cx="3237257" cy="6559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531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60717F4-28DE-BD8F-4990-36D6EFD8F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0571" y="-149566"/>
            <a:ext cx="3237257" cy="656067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64FE77D-E774-D456-FA4F-9FC4FD49A046}"/>
              </a:ext>
            </a:extLst>
          </p:cNvPr>
          <p:cNvSpPr/>
          <p:nvPr/>
        </p:nvSpPr>
        <p:spPr>
          <a:xfrm>
            <a:off x="4865511" y="2336799"/>
            <a:ext cx="2822222" cy="3465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D157A42-B6EC-3C81-3C63-731E26C496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749" y="-271670"/>
            <a:ext cx="3237257" cy="6565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167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C1F27290-2763-DD4D-185D-9689156A8E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549" y="1162755"/>
            <a:ext cx="2447925" cy="51054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901D3B2-4DE4-9BE1-EE5E-1132C62B6BE1}"/>
              </a:ext>
            </a:extLst>
          </p:cNvPr>
          <p:cNvSpPr/>
          <p:nvPr/>
        </p:nvSpPr>
        <p:spPr>
          <a:xfrm>
            <a:off x="7445022" y="3296877"/>
            <a:ext cx="395112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A7185E6-3CC9-BF5F-4BD1-5D5F5F367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780" y="606669"/>
            <a:ext cx="2444708" cy="510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240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A0BAD-9711-0B5E-CC80-2111A682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9541C61-E39E-044F-37EE-D54EEFA93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462" y="2990850"/>
            <a:ext cx="3267075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745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1860D61-3BCD-1B1F-AAD0-8D6BDF0DC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8311" y="250032"/>
            <a:ext cx="3134637" cy="6390303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E7ADE3A-C8CD-0DB5-AA48-4F7FC17AC11E}"/>
              </a:ext>
            </a:extLst>
          </p:cNvPr>
          <p:cNvSpPr/>
          <p:nvPr/>
        </p:nvSpPr>
        <p:spPr>
          <a:xfrm flipV="1">
            <a:off x="4633966" y="6180426"/>
            <a:ext cx="2916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017C9D3-21C3-E6E0-7695-F8A409FE14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658" y="234419"/>
            <a:ext cx="3133616" cy="6389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9088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13691-409E-A689-E94E-94C5FD6C2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47599EA3-A326-EF5A-D11F-1CFFC36EC6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1562" y="881062"/>
            <a:ext cx="2428875" cy="509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080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D42F1-9E49-877E-2E5B-39A9D4CE8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24E9C26-EF28-8647-D0CB-A008E86A6B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1562" y="881062"/>
            <a:ext cx="2428875" cy="509587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84A3F06-48B1-7FB8-7DBF-282659F4B50B}"/>
              </a:ext>
            </a:extLst>
          </p:cNvPr>
          <p:cNvSpPr/>
          <p:nvPr/>
        </p:nvSpPr>
        <p:spPr>
          <a:xfrm flipV="1">
            <a:off x="4881562" y="2218263"/>
            <a:ext cx="2332038" cy="31778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019B5BC-24E8-77B2-85FD-CB1C88D798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783" y="742588"/>
            <a:ext cx="2438611" cy="509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7237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DA159-CF72-F774-2B29-2C9ED7C01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A620911-A2E8-E04E-30B3-811039B16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3244" y="812480"/>
            <a:ext cx="2817460" cy="5911142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66B1F36-99BB-599F-FCD9-5873F80CD746}"/>
              </a:ext>
            </a:extLst>
          </p:cNvPr>
          <p:cNvSpPr/>
          <p:nvPr/>
        </p:nvSpPr>
        <p:spPr>
          <a:xfrm flipV="1">
            <a:off x="4989688" y="1179686"/>
            <a:ext cx="1368000" cy="36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AF96C42-B8D6-D412-22A2-86E0350D0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990" y="212539"/>
            <a:ext cx="2816596" cy="591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4210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FD8C442C-2293-5AC8-5A04-45BF2D33FA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4160" y="914576"/>
            <a:ext cx="2447925" cy="484822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161B99F-52FB-B3AE-65C8-507DE29BACC1}"/>
              </a:ext>
            </a:extLst>
          </p:cNvPr>
          <p:cNvSpPr/>
          <p:nvPr/>
        </p:nvSpPr>
        <p:spPr>
          <a:xfrm flipV="1">
            <a:off x="5891412" y="2500487"/>
            <a:ext cx="396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28AA1498-7E3B-97F2-B6FF-27B33BD51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776" y="666963"/>
            <a:ext cx="2450804" cy="4846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5729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9CCBC-8352-CB98-4BDC-B59CC1E88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610C49A-1AD7-C218-9349-49A78A104F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3244" y="812480"/>
            <a:ext cx="2817460" cy="5911142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8A9DE88-BB55-2E89-4975-2423A9D00D36}"/>
              </a:ext>
            </a:extLst>
          </p:cNvPr>
          <p:cNvSpPr/>
          <p:nvPr/>
        </p:nvSpPr>
        <p:spPr>
          <a:xfrm flipV="1">
            <a:off x="6333065" y="1179686"/>
            <a:ext cx="1368000" cy="36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4B8F15F5-369C-5720-EF14-D2FEE6FBA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0324" y="472183"/>
            <a:ext cx="2816596" cy="591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4903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459D3-4A37-BDED-61CC-929D55DF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38E23968-CA56-87D8-20FD-4A1CF412F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8675" y="2771775"/>
            <a:ext cx="291465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5417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CE1C86F-394D-7228-5D09-A46AC40F85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2338387"/>
            <a:ext cx="2886075" cy="2181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712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E330668-03B5-F00F-B108-63EF0390DB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475" y="80962"/>
            <a:ext cx="3067050" cy="6696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9475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C8C15-1FAF-77F6-BFF5-AEE3102C9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25F6CE8B-2790-22AC-0DA5-793329885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98EC3B2-1F4C-E23B-371E-8AD27AD97D95}"/>
              </a:ext>
            </a:extLst>
          </p:cNvPr>
          <p:cNvSpPr/>
          <p:nvPr/>
        </p:nvSpPr>
        <p:spPr>
          <a:xfrm flipV="1">
            <a:off x="5594487" y="1254270"/>
            <a:ext cx="3312000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F0CC4CA-10AB-F250-26FF-1BD214F3E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8523" y="685722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852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D391E-3108-5A63-6F1A-A963FF78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9F66498-02B6-803C-8EC4-72E4229DDE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EE9399F-8336-D58C-A002-E5E98B5FD437}"/>
              </a:ext>
            </a:extLst>
          </p:cNvPr>
          <p:cNvSpPr/>
          <p:nvPr/>
        </p:nvSpPr>
        <p:spPr>
          <a:xfrm flipV="1">
            <a:off x="6727612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AFED170-6486-82D1-926C-971B1C2A5E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261" y="749576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6695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07EB-B9EB-6CE3-3539-F87CBA4CA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A8B7C09-9840-05FC-6F12-78BB906A1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F097537-6127-9838-6BBD-8BBA24BE5C77}"/>
              </a:ext>
            </a:extLst>
          </p:cNvPr>
          <p:cNvSpPr/>
          <p:nvPr/>
        </p:nvSpPr>
        <p:spPr>
          <a:xfrm flipV="1">
            <a:off x="7615888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5D63C66-7924-2485-8225-5E0EB6F23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261" y="749576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1796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C587D60-F13D-FDAD-3F95-2700F6882E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9650" y="1600200"/>
            <a:ext cx="25527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2358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B22C986-0CFE-DBD4-6A66-C305E667F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1287" y="542925"/>
            <a:ext cx="2714625" cy="577215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9A975B8-2524-F826-B601-460FD2174E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5395" y="542925"/>
            <a:ext cx="2505075" cy="5591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790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338C07A-CB51-534C-3497-E15E2A048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2409825"/>
            <a:ext cx="2647950" cy="203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2898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5F5A-7B9C-4E83-E795-7A7ECD262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E889190-B4E3-3294-BF8B-F3599D2BE6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043207-9974-88F2-0FAE-801FB71CCC30}"/>
              </a:ext>
            </a:extLst>
          </p:cNvPr>
          <p:cNvSpPr/>
          <p:nvPr/>
        </p:nvSpPr>
        <p:spPr>
          <a:xfrm flipV="1">
            <a:off x="4899500" y="5511794"/>
            <a:ext cx="2364899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A902122-521E-13FF-7E23-46F6CC4FA9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1037" y="2033587"/>
            <a:ext cx="3209925" cy="2790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6151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80AB4C0-C5A7-38B7-2DFC-72F29A36D4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9637" y="2562225"/>
            <a:ext cx="2752725" cy="173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1573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1F987-108D-EDB6-9D22-06DE2A3AC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8F31A9-8301-148D-080D-1709C313D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3450" y="2443162"/>
            <a:ext cx="2705100" cy="19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9329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B352F-91CF-A91C-285F-17C7D3999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F3587FB-7028-BEB4-86FE-A2B8DB90EB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7737" y="1733550"/>
            <a:ext cx="2676525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2904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C120D-A393-DF3C-E975-A41E3C4E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5CEFDF-BE3C-7C2C-5487-C0A001843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00" y="2247900"/>
            <a:ext cx="266700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417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AB386-3CC0-670E-7550-FCA624CB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257781-7CF6-B857-8814-A87A0E4546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262" y="1814512"/>
            <a:ext cx="3419475" cy="32289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8B49FAD-4139-03DA-5416-B6AB4735B882}"/>
              </a:ext>
            </a:extLst>
          </p:cNvPr>
          <p:cNvSpPr/>
          <p:nvPr/>
        </p:nvSpPr>
        <p:spPr>
          <a:xfrm flipV="1">
            <a:off x="4543900" y="4639726"/>
            <a:ext cx="3160767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18340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C21D1-957D-6B1F-78E8-21AA10ACC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BB7CB5-CB5B-4907-C9BF-603E292838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52FDC3A-8A74-4BAC-E71C-819DDC554413}"/>
              </a:ext>
            </a:extLst>
          </p:cNvPr>
          <p:cNvSpPr/>
          <p:nvPr/>
        </p:nvSpPr>
        <p:spPr>
          <a:xfrm flipV="1">
            <a:off x="5238168" y="2506125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BEBF098-3577-BB14-6EC3-3D4D599ED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4289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D79CA-7394-D384-482F-4B972B147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F73298A-4610-01B2-06CD-7FEFFAA849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C324923-B45E-8392-3DD1-896A729AB487}"/>
              </a:ext>
            </a:extLst>
          </p:cNvPr>
          <p:cNvSpPr/>
          <p:nvPr/>
        </p:nvSpPr>
        <p:spPr>
          <a:xfrm flipV="1">
            <a:off x="5238168" y="345439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C5AC51E-DC32-BA4C-B251-8054B8CD8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1638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E567D-CE97-1427-8674-A4071E2E8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11FE95-1EC2-5A4B-A343-47DC512FC8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AD9E1D3-2481-F309-19F8-9ED8ACEF84DB}"/>
              </a:ext>
            </a:extLst>
          </p:cNvPr>
          <p:cNvSpPr/>
          <p:nvPr/>
        </p:nvSpPr>
        <p:spPr>
          <a:xfrm flipV="1">
            <a:off x="5238168" y="453813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1BD42D6-8661-9709-621F-BEF69EAC91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5343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0844C9C-B6C1-686F-2051-A94D9FEF0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937" y="2790825"/>
            <a:ext cx="2524125" cy="127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9241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424E-70CB-EF93-C89C-492956C99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7AD0AEC-27E2-8B5C-9571-83577D7523FA}"/>
              </a:ext>
            </a:extLst>
          </p:cNvPr>
          <p:cNvGrpSpPr/>
          <p:nvPr/>
        </p:nvGrpSpPr>
        <p:grpSpPr>
          <a:xfrm>
            <a:off x="5720041" y="734156"/>
            <a:ext cx="4699414" cy="3439154"/>
            <a:chOff x="5776675" y="681290"/>
            <a:chExt cx="4280910" cy="305752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BA7380CB-4776-9FC2-412D-61396F509A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6675" y="681290"/>
              <a:ext cx="2095500" cy="3057525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D726892F-00B9-03B7-EAD4-735AC0B405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52560" y="744507"/>
              <a:ext cx="2105025" cy="2486025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063BDCF-985B-31CA-8A6D-491BB10636E2}"/>
              </a:ext>
            </a:extLst>
          </p:cNvPr>
          <p:cNvSpPr/>
          <p:nvPr/>
        </p:nvSpPr>
        <p:spPr>
          <a:xfrm flipV="1">
            <a:off x="5892800" y="1083733"/>
            <a:ext cx="1986844" cy="30895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780FF2B9-B9FB-D366-03D4-E2160B5978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299" y="1483097"/>
            <a:ext cx="4700423" cy="3462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7006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B9DD9-C8F6-79DC-8A66-86C08A7D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C59D0129-1F31-9C84-FC31-46E24BC87C80}"/>
              </a:ext>
            </a:extLst>
          </p:cNvPr>
          <p:cNvGrpSpPr/>
          <p:nvPr/>
        </p:nvGrpSpPr>
        <p:grpSpPr>
          <a:xfrm>
            <a:off x="5720041" y="734156"/>
            <a:ext cx="4699414" cy="3439154"/>
            <a:chOff x="5776675" y="681290"/>
            <a:chExt cx="4280910" cy="3057525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B22852EC-7557-7F2D-F960-5BC4DF0678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6675" y="681290"/>
              <a:ext cx="2095500" cy="3057525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F07B095-56BD-B399-5DB9-88DE37104E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52560" y="744507"/>
              <a:ext cx="2105025" cy="2486025"/>
            </a:xfrm>
            <a:prstGeom prst="rect">
              <a:avLst/>
            </a:prstGeom>
          </p:spPr>
        </p:pic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EF87F48-14B4-BAF8-87C8-25F6DB354650}"/>
              </a:ext>
            </a:extLst>
          </p:cNvPr>
          <p:cNvSpPr/>
          <p:nvPr/>
        </p:nvSpPr>
        <p:spPr>
          <a:xfrm>
            <a:off x="8228796" y="805264"/>
            <a:ext cx="2070503" cy="63140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DC2A507F-634D-8A90-57A0-CFF2BB129D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632" y="2203424"/>
            <a:ext cx="4700423" cy="3444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9168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F601E-E322-F893-67C5-BD9355B10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943BB04C-FF45-91E5-5B4B-A2AFEB8D70E0}"/>
              </a:ext>
            </a:extLst>
          </p:cNvPr>
          <p:cNvGrpSpPr/>
          <p:nvPr/>
        </p:nvGrpSpPr>
        <p:grpSpPr>
          <a:xfrm>
            <a:off x="5776675" y="681290"/>
            <a:ext cx="4699414" cy="3439154"/>
            <a:chOff x="5776675" y="681290"/>
            <a:chExt cx="4280910" cy="3057525"/>
          </a:xfrm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A63D910F-D352-267D-315E-2B20037DB5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6675" y="681290"/>
              <a:ext cx="2095500" cy="3057525"/>
            </a:xfrm>
            <a:prstGeom prst="rect">
              <a:avLst/>
            </a:prstGeom>
          </p:spPr>
        </p:pic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DFAB821F-DD9E-59A3-1569-912868D09A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52560" y="744507"/>
              <a:ext cx="2105025" cy="2486025"/>
            </a:xfrm>
            <a:prstGeom prst="rect">
              <a:avLst/>
            </a:prstGeom>
          </p:spPr>
        </p:pic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A721F23-F54A-41D7-6FB4-982D4B131521}"/>
              </a:ext>
            </a:extLst>
          </p:cNvPr>
          <p:cNvSpPr/>
          <p:nvPr/>
        </p:nvSpPr>
        <p:spPr>
          <a:xfrm flipV="1">
            <a:off x="8285430" y="1431440"/>
            <a:ext cx="2070503" cy="19840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8AB8B716-3E44-CCCF-AC89-A479A4991A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566" y="1829498"/>
            <a:ext cx="4700423" cy="3438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6856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1755E-91F3-9385-8A86-5C7AC01AA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065A1207-5FAB-B018-0D30-914D95C481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134" y="890206"/>
            <a:ext cx="2550334" cy="371487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EF0E347-8B97-9EF7-8D32-4F437CD3F185}"/>
              </a:ext>
            </a:extLst>
          </p:cNvPr>
          <p:cNvSpPr/>
          <p:nvPr/>
        </p:nvSpPr>
        <p:spPr>
          <a:xfrm flipV="1">
            <a:off x="7460329" y="1282496"/>
            <a:ext cx="2166257" cy="10667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E24F3D13-821A-66C1-188C-B54DBDFE2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825" y="1572607"/>
            <a:ext cx="2548349" cy="371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0798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F4F2-B424-4202-81E6-D49A26EE8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73C0FE4-B2EF-2E5E-EEA9-3200D2A8FD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134" y="890206"/>
            <a:ext cx="2550334" cy="371487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2C74774-31EB-5B71-547D-1A8A5F0C5793}"/>
              </a:ext>
            </a:extLst>
          </p:cNvPr>
          <p:cNvSpPr/>
          <p:nvPr/>
        </p:nvSpPr>
        <p:spPr>
          <a:xfrm>
            <a:off x="7460329" y="2349294"/>
            <a:ext cx="2166257" cy="20872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85130C9-2CE1-D77B-B9B4-367BA0173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692" y="1403273"/>
            <a:ext cx="2548349" cy="371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27955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3099-171A-26F3-83E9-27EF25DB0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D3526D83-1AB8-4F82-EF18-D1EF678391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D944D9F-87BE-DB59-A04C-3F358F8DA394}"/>
              </a:ext>
            </a:extLst>
          </p:cNvPr>
          <p:cNvSpPr/>
          <p:nvPr/>
        </p:nvSpPr>
        <p:spPr>
          <a:xfrm flipV="1">
            <a:off x="2545999" y="1864296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6C5CDFE-490C-676C-ABA3-681F6A605A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91F88791-F824-0F99-C586-4CA7AEB22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16620" y="1040362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6584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06E17-50B7-BBBD-3970-8205EE6A7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61EA138-D025-67D3-3031-2C3B1455D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4F71A8F-67DA-ECBA-6646-3E1A4BDBBB76}"/>
              </a:ext>
            </a:extLst>
          </p:cNvPr>
          <p:cNvSpPr/>
          <p:nvPr/>
        </p:nvSpPr>
        <p:spPr>
          <a:xfrm flipV="1">
            <a:off x="2545999" y="2987418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D9D3C31D-4BC5-79E2-65DD-071CDCDBE7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BE370395-8266-935F-E8C7-13DF6EBF0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70099" y="1139753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462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3514F-4ABB-2B34-7A7B-44733981B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93B14AEE-91EA-CD25-21B0-0E326D60B5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5BAA0F64-C621-5093-DDC2-41906EC9C6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4916213-0B71-C464-4368-125A0D55F154}"/>
              </a:ext>
            </a:extLst>
          </p:cNvPr>
          <p:cNvSpPr/>
          <p:nvPr/>
        </p:nvSpPr>
        <p:spPr>
          <a:xfrm flipV="1">
            <a:off x="5162268" y="1627638"/>
            <a:ext cx="1983967" cy="43358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B4F8C26-7B6B-22AC-2952-0D1D41853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9385" y="1050301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5881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8339E-D0C9-16BC-4916-9E8032F4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F436D38D-243D-2F72-C3B2-725C08F226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08361"/>
            <a:ext cx="2830706" cy="5073496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FE8B0A3-BB58-866A-42BB-8770FBA77F66}"/>
              </a:ext>
            </a:extLst>
          </p:cNvPr>
          <p:cNvSpPr/>
          <p:nvPr/>
        </p:nvSpPr>
        <p:spPr>
          <a:xfrm flipV="1">
            <a:off x="5231337" y="987908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1C25E90A-1EBA-517F-796B-20F9E1F747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957" y="732049"/>
            <a:ext cx="2834886" cy="5078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556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8A31D-13EE-CADB-5226-65D201508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94AFE788-C017-2E42-8FBF-E44297BF35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48117"/>
            <a:ext cx="2830706" cy="50734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8F84BA2-C3CB-D06F-D82A-E560EE1FCDAB}"/>
              </a:ext>
            </a:extLst>
          </p:cNvPr>
          <p:cNvSpPr/>
          <p:nvPr/>
        </p:nvSpPr>
        <p:spPr>
          <a:xfrm flipV="1">
            <a:off x="5231337" y="2439021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BB64A7C-8E30-3464-CBA0-C636AB8C5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461" y="892844"/>
            <a:ext cx="2834886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9906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888CB-FD28-9584-AD4F-101C3C9BF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A0B4AEE-CDC6-A703-09A9-7F206ACD13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48117"/>
            <a:ext cx="2830706" cy="50734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824850C-D4B2-FD5D-D163-3218A77D6117}"/>
              </a:ext>
            </a:extLst>
          </p:cNvPr>
          <p:cNvSpPr/>
          <p:nvPr/>
        </p:nvSpPr>
        <p:spPr>
          <a:xfrm flipV="1">
            <a:off x="5231337" y="3790742"/>
            <a:ext cx="2239367" cy="10993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D085E0C4-0B32-FAF1-0B39-6B80C7B16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9618" y="465461"/>
            <a:ext cx="2834886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863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F2F7C-3ED2-E695-BEEA-645CCD68A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77C8267-8038-575A-DC4D-29E16F78E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5911" y="528239"/>
            <a:ext cx="2830706" cy="5073496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2E1FAD86-D865-4191-C9CF-BB3A828300FD}"/>
              </a:ext>
            </a:extLst>
          </p:cNvPr>
          <p:cNvSpPr/>
          <p:nvPr/>
        </p:nvSpPr>
        <p:spPr>
          <a:xfrm>
            <a:off x="5231337" y="4959626"/>
            <a:ext cx="2239367" cy="4273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258562A-994E-8F84-48DC-49FAE2177C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9440" y="455523"/>
            <a:ext cx="2828789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01964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EDFCC-01A1-F2E2-6067-4E578EA4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8CD32BEA-F260-8D21-A1D1-B0679D20C3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6337" y="1900031"/>
            <a:ext cx="3133725" cy="2362200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179BB3F-8914-703E-D3BC-8D3B311C4D0B}"/>
              </a:ext>
            </a:extLst>
          </p:cNvPr>
          <p:cNvSpPr/>
          <p:nvPr/>
        </p:nvSpPr>
        <p:spPr>
          <a:xfrm>
            <a:off x="5354128" y="2425146"/>
            <a:ext cx="2507724" cy="16697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35E82C53-88BC-E03E-A857-A0063E3C3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479" y="1812001"/>
            <a:ext cx="3133616" cy="2359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6345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FFC4B-D084-C9B9-3AB8-9679A22FA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B508C4B-5B9F-EEF7-2B71-F3826D036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E5D8787-D90E-77A2-A00E-DA33BE4234E1}"/>
              </a:ext>
            </a:extLst>
          </p:cNvPr>
          <p:cNvSpPr/>
          <p:nvPr/>
        </p:nvSpPr>
        <p:spPr>
          <a:xfrm>
            <a:off x="4926746" y="934275"/>
            <a:ext cx="2507724" cy="22760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A3C5FAA-B35F-B074-9410-C3A9EF3EA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297" y="344828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73348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DAEEA-5AE3-DBF3-135C-60B6D94FD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A7DF0AA-BE7F-C4D1-9050-722A5A1F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99FEC9-0243-EFA9-B288-D2FFA20B7B7F}"/>
              </a:ext>
            </a:extLst>
          </p:cNvPr>
          <p:cNvSpPr/>
          <p:nvPr/>
        </p:nvSpPr>
        <p:spPr>
          <a:xfrm flipV="1">
            <a:off x="4926746" y="3210338"/>
            <a:ext cx="2507724" cy="156044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CB69C53-2149-77D8-7DD4-ED57B71B9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124" y="449254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2852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1D960-DDAD-6373-4B72-4FA8D0D3D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25D9650-A1A2-F73A-135E-FED5F118B1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414AF8-31A5-2984-2DEA-1664F94B54DF}"/>
              </a:ext>
            </a:extLst>
          </p:cNvPr>
          <p:cNvSpPr/>
          <p:nvPr/>
        </p:nvSpPr>
        <p:spPr>
          <a:xfrm>
            <a:off x="4926746" y="4800600"/>
            <a:ext cx="2507724" cy="13815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2782A42A-9CC7-DF7A-FE9F-22BB04CDB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06" y="225823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6654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1C284-C2A0-3E10-72E3-53AACA51C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6326D1D7-C883-0FCC-8A0C-6801451B42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257300"/>
            <a:ext cx="2724150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89620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8285A-4D39-EBD6-F4C8-BA432FE5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0122182-AACF-4E20-530C-5AC0D8650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857375"/>
            <a:ext cx="3048000" cy="314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6759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2546D-C15A-93F5-5C05-CDB698A42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1C587A2-523A-41C6-4F2E-F1983416C9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7331" y="1857375"/>
            <a:ext cx="3048000" cy="31432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AB0FF27-A6CE-F7A8-76C7-E613A8ECCFD5}"/>
              </a:ext>
            </a:extLst>
          </p:cNvPr>
          <p:cNvSpPr/>
          <p:nvPr/>
        </p:nvSpPr>
        <p:spPr>
          <a:xfrm>
            <a:off x="7106479" y="2673626"/>
            <a:ext cx="2763078" cy="15008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CE7D84F-51CA-9991-9ED0-5BB3E6C2B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2443" y="2018170"/>
            <a:ext cx="3048264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79980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BF3AD-96E8-4A2E-8EE7-F6AD0A337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01599F1C-C05B-20F5-758B-8161206E81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7331" y="1857375"/>
            <a:ext cx="3048000" cy="31432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35770A0-F7A1-9AE7-9D0A-246DC1910557}"/>
              </a:ext>
            </a:extLst>
          </p:cNvPr>
          <p:cNvSpPr/>
          <p:nvPr/>
        </p:nvSpPr>
        <p:spPr>
          <a:xfrm>
            <a:off x="8816010" y="2087218"/>
            <a:ext cx="1043607" cy="5068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638BCB97-CBD8-3A09-AB17-E4C970D00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459" y="1860913"/>
            <a:ext cx="3048264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31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6CCE2-0EB0-D554-E15B-1B604363A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193C2D56-5FD2-8E63-3CFC-E9FED47207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387" y="1466850"/>
            <a:ext cx="3705225" cy="39243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0C8B24-C78C-6242-E743-70BDC30D01EB}"/>
              </a:ext>
            </a:extLst>
          </p:cNvPr>
          <p:cNvSpPr/>
          <p:nvPr/>
        </p:nvSpPr>
        <p:spPr>
          <a:xfrm>
            <a:off x="4243387" y="1555268"/>
            <a:ext cx="3628404" cy="4822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876CE2C-DC78-0117-2FD4-7E25FFB39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672" y="1555268"/>
            <a:ext cx="3718882" cy="392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7664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E15AD-5D21-9DF2-6383-663709289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6AD33A4E-8925-59D7-5724-4370DF351D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1747" y="919369"/>
            <a:ext cx="2820773" cy="4497457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BD2D63-6B9A-7570-56F9-EE800633EBE8}"/>
              </a:ext>
            </a:extLst>
          </p:cNvPr>
          <p:cNvSpPr/>
          <p:nvPr/>
        </p:nvSpPr>
        <p:spPr>
          <a:xfrm>
            <a:off x="5025011" y="4944513"/>
            <a:ext cx="2634491" cy="3482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927A06C-F959-3479-E1CB-81B213AFD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114" y="990538"/>
            <a:ext cx="2822693" cy="4499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862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1051</TotalTime>
  <Words>3</Words>
  <Application>Microsoft Office PowerPoint</Application>
  <PresentationFormat>ワイド画面</PresentationFormat>
  <Paragraphs>2</Paragraphs>
  <Slides>61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61</vt:i4>
      </vt:variant>
    </vt:vector>
  </HeadingPairs>
  <TitlesOfParts>
    <vt:vector size="6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40</cp:revision>
  <dcterms:created xsi:type="dcterms:W3CDTF">2026-09-04T16:32:46Z</dcterms:created>
  <dcterms:modified xsi:type="dcterms:W3CDTF">2026-09-07T15:47:25Z</dcterms:modified>
</cp:coreProperties>
</file>