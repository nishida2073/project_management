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32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326" r:id="rId23"/>
    <p:sldId id="276" r:id="rId24"/>
    <p:sldId id="32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301" r:id="rId39"/>
    <p:sldId id="303" r:id="rId40"/>
    <p:sldId id="302" r:id="rId41"/>
    <p:sldId id="292" r:id="rId42"/>
    <p:sldId id="310" r:id="rId43"/>
    <p:sldId id="305" r:id="rId44"/>
    <p:sldId id="311" r:id="rId45"/>
    <p:sldId id="312" r:id="rId46"/>
    <p:sldId id="306" r:id="rId47"/>
    <p:sldId id="313" r:id="rId48"/>
    <p:sldId id="314" r:id="rId49"/>
    <p:sldId id="315" r:id="rId50"/>
    <p:sldId id="307" r:id="rId51"/>
    <p:sldId id="316" r:id="rId52"/>
    <p:sldId id="320" r:id="rId53"/>
    <p:sldId id="321" r:id="rId54"/>
    <p:sldId id="317" r:id="rId55"/>
    <p:sldId id="322" r:id="rId56"/>
    <p:sldId id="324" r:id="rId57"/>
    <p:sldId id="323" r:id="rId58"/>
    <p:sldId id="325" r:id="rId59"/>
    <p:sldId id="319" r:id="rId6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84E11-35A2-7B0B-EDF4-F8740AEC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6C241D-0D2C-A665-6957-3F4DB24E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FFE914-DD8A-AA6D-0100-65A03E63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D2F235-0F93-9F2D-6F0A-484B16C0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86A0C-9CC4-65EA-A97B-06D7853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9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61C2B-2A7C-2DD6-9A7C-D7A51BBD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AE5C0-DF8C-2B4E-895E-7D6EE026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DE19E-EAE0-E555-112E-D0264E96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9DEC8-08A8-F1FB-DE67-EA13C409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0DD51-9F13-C990-EAE2-EDA58492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71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55F2C-2B4D-9895-03F6-680B28F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E4CB07-7C1F-CD63-FAAC-2BA139783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850D2F-B75C-FDF1-E829-7B5AE9C6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FEB95-4A9D-AC9D-F4E8-C65C23CA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EEFDBA-F932-1DEC-BD78-75DC4D2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7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6C977-6BB4-5BB9-0061-EE5703C3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F2918-9F82-2F56-43B5-CB5DE82F9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532A2-2E5F-C658-999F-5EE09E303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B28348-C3DA-FBBE-5F76-1C2988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429C30-D03D-3097-6D41-77CD98AB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F55D7-B04E-FA45-BF59-92EF6215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27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3576C-9C80-D00E-940C-5DB5959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96D7E-C438-5336-EB7B-D0E74DA3C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8ADAB4-371B-A70A-1F70-894DD832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FE877B-B2F3-A9FB-86A0-75EF6A1AA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D4D551-288C-CF5C-38AC-DD3073516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67EC7A-7CE0-D8C6-1DEB-B841ED15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907315-47F0-B09F-E8A4-96FA79C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9152C2-0654-4C1C-BE47-C731BBA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7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354ADD-CD24-3441-29AC-2B67F872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DB6177-E380-095E-B506-C102BAC4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5BF503-1E66-C34E-6B83-2B9F8DE3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1AB96E-6506-F94A-4791-E2F75F5B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7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24BC6-5D30-B46B-E84A-5EBDE87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47332C-1BA4-29DB-36F8-EFEBA782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878B9-E910-5BFB-BC7A-7384FBA0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59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4BF99-FAB3-9FBD-6D35-B5245CFF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6F36B-3ECF-983E-FBE2-985C4C32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531C3E-F288-2F65-0A41-CA28F3D2D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6B0C9E-1B87-696B-1E63-21F34F57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B9A5B4-B304-EA72-9B6C-03FEDD33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43FB90-8340-2619-4B0C-CE76DBB3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67CB2-3AC8-CEF9-E0FE-6E4DF5C8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9D4475-F870-1FED-7196-55A2194B2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FCF9DD-E8E9-2E11-DAA3-4709446C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916DC0-F31A-9E41-2399-D22392AD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F6CFD4-F22A-A94E-5958-DF7BEA8C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A8BB79-35E7-DAA4-F99E-8499D74C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04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2A0FB-70F6-E3F5-4A8D-466AFDD2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6FD0F6-BF44-11FE-C5E0-E62D2036E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ED3D8-012D-8D00-B32B-52DF8859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94869-3F59-CF4E-D282-B655D7C2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27205-62A7-42B8-5811-E736B06D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0904EF-1C4B-22C0-7609-B811C52AA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E6C8E5-3DC6-B80C-B3E6-A60E1247A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AF550-65E4-D096-40BC-942AD333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A0BC3-3481-25B8-1D92-6EFE48C8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71AEC-712F-C9F5-6436-F1F9C00D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5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3FB539-B248-DD52-FF5F-626FA6E9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1C7D5C-5C4E-02D2-D125-F4C8F4A9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736C42-4D8C-8C64-E98A-7F6C25F4F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909A-5A47-44E5-8560-CBEAA1DE66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B3609-D0CC-6287-3AAE-34E9BDA8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8F574-4612-C02B-809A-6A314B55F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5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05147EE-EDD2-D67D-8F55-57C75E8FC94F}"/>
              </a:ext>
            </a:extLst>
          </p:cNvPr>
          <p:cNvSpPr/>
          <p:nvPr/>
        </p:nvSpPr>
        <p:spPr>
          <a:xfrm>
            <a:off x="1515291" y="2333897"/>
            <a:ext cx="1584000" cy="5138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トップ画面</a:t>
            </a:r>
          </a:p>
        </p:txBody>
      </p:sp>
    </p:spTree>
    <p:extLst>
      <p:ext uri="{BB962C8B-B14F-4D97-AF65-F5344CB8AC3E}">
        <p14:creationId xmlns:p14="http://schemas.microsoft.com/office/powerpoint/2010/main" val="315485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D651-EC0A-D6EB-EDFF-3115CABA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B73E852-2220-757F-C47A-B9F30996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156" y="877956"/>
            <a:ext cx="30765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6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図 68">
            <a:extLst>
              <a:ext uri="{FF2B5EF4-FFF2-40B4-BE49-F238E27FC236}">
                <a16:creationId xmlns:a16="http://schemas.microsoft.com/office/drawing/2014/main" id="{9BEFA6FF-0FE5-81A3-EE2C-AEE867EF2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185" y="1378592"/>
            <a:ext cx="34861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6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61FB-91AA-1287-C987-2469A821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1B7BBC0-1B0F-724D-FCD6-D48003A3C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8" y="1895061"/>
            <a:ext cx="30289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8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668A8EA6-825C-3889-2B2C-4A93459BE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932" y="714536"/>
            <a:ext cx="2847182" cy="592177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DC5E0BF-3D4D-47E4-B421-77B922B27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54" y="744353"/>
            <a:ext cx="2800350" cy="438423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D2ADE84-DA1E-D454-C9BF-89305184C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838" y="466087"/>
            <a:ext cx="2865368" cy="592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9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72A2819-2C2A-DBB6-B81A-ED6587037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542" y="1045096"/>
            <a:ext cx="3343275" cy="410527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A5B397-DA30-10A9-3372-621A2BDC21DE}"/>
              </a:ext>
            </a:extLst>
          </p:cNvPr>
          <p:cNvSpPr/>
          <p:nvPr/>
        </p:nvSpPr>
        <p:spPr>
          <a:xfrm>
            <a:off x="7834979" y="1523651"/>
            <a:ext cx="855133" cy="367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851DF13-2F39-419B-3116-94173BEC4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11" y="907331"/>
            <a:ext cx="3346994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4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273C-31EF-FD48-5B5F-24A7A498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98486D7-E1C1-660D-F3A5-DE21D90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892" y="2829751"/>
            <a:ext cx="3707883" cy="162297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1BE025-56A0-8AA6-BD15-2F7A2FBBEF48}"/>
              </a:ext>
            </a:extLst>
          </p:cNvPr>
          <p:cNvSpPr/>
          <p:nvPr/>
        </p:nvSpPr>
        <p:spPr>
          <a:xfrm>
            <a:off x="9889435" y="3276760"/>
            <a:ext cx="855133" cy="482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71C1FA1-27D3-4B50-4CB8-186A04308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63" y="3429000"/>
            <a:ext cx="3706689" cy="16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2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4105-8489-A6E2-E32F-62106361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1BCE135-2ADD-2A7D-C9FE-6C891E6A9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554" y="819771"/>
            <a:ext cx="3343275" cy="410527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EEB806-9C0E-4DBD-510D-974180819068}"/>
              </a:ext>
            </a:extLst>
          </p:cNvPr>
          <p:cNvSpPr/>
          <p:nvPr/>
        </p:nvSpPr>
        <p:spPr>
          <a:xfrm>
            <a:off x="6472766" y="1649894"/>
            <a:ext cx="3223063" cy="2713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8E93ABA-6968-AEC0-9359-D6E193D4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34" y="1135931"/>
            <a:ext cx="3365284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B3951A7-E4C4-E20D-730D-0A33F2116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3741CA3-BC5B-8808-6D8D-C0B426D50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846" y="165065"/>
            <a:ext cx="3152305" cy="493526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EDE2E5D-ED2E-291B-CD96-70BD91EEC7AB}"/>
              </a:ext>
            </a:extLst>
          </p:cNvPr>
          <p:cNvSpPr/>
          <p:nvPr/>
        </p:nvSpPr>
        <p:spPr>
          <a:xfrm>
            <a:off x="4653601" y="3513667"/>
            <a:ext cx="2988733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92DCC95-AA4D-2FE0-C10E-C97CF2BE5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83" y="275167"/>
            <a:ext cx="3328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6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BC5ABCD-250D-981F-8A2E-B76ABD53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A62F00-6ED4-9D98-9AE3-7FE60BFF6ACF}"/>
              </a:ext>
            </a:extLst>
          </p:cNvPr>
          <p:cNvSpPr/>
          <p:nvPr/>
        </p:nvSpPr>
        <p:spPr>
          <a:xfrm>
            <a:off x="4601633" y="1651001"/>
            <a:ext cx="149436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80485C-C613-878C-F45C-5961E906B015}"/>
              </a:ext>
            </a:extLst>
          </p:cNvPr>
          <p:cNvSpPr/>
          <p:nvPr/>
        </p:nvSpPr>
        <p:spPr>
          <a:xfrm>
            <a:off x="4618564" y="3310469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216697-8FFA-7D2E-B473-DE785384670F}"/>
              </a:ext>
            </a:extLst>
          </p:cNvPr>
          <p:cNvSpPr/>
          <p:nvPr/>
        </p:nvSpPr>
        <p:spPr>
          <a:xfrm>
            <a:off x="4618564" y="4758338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45CCEE-3C34-896E-57F6-C1391B0A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15" y="2059906"/>
            <a:ext cx="3009967" cy="72113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9049BC4-1998-19D2-C988-CF44CA5DA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62" y="-443948"/>
            <a:ext cx="3328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8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D075-8AB9-141D-E924-2749DD2F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444AFB-53AA-44DD-D324-C6DA33371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3BD1708-87A1-818D-E56C-2E5E76BF1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09" y="4762618"/>
            <a:ext cx="273230" cy="2880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B0961D2-1840-3CBE-1965-F8F80920B546}"/>
              </a:ext>
            </a:extLst>
          </p:cNvPr>
          <p:cNvSpPr/>
          <p:nvPr/>
        </p:nvSpPr>
        <p:spPr>
          <a:xfrm>
            <a:off x="4610924" y="4762618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E7332C-0420-B7B8-C37A-E856813E5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09" y="3306534"/>
            <a:ext cx="273230" cy="28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1EB59D-4D2C-E378-D0D7-3347F47627CB}"/>
              </a:ext>
            </a:extLst>
          </p:cNvPr>
          <p:cNvSpPr/>
          <p:nvPr/>
        </p:nvSpPr>
        <p:spPr>
          <a:xfrm>
            <a:off x="6083303" y="1651001"/>
            <a:ext cx="149436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10FADA-461E-58DB-661C-F7123EC48F78}"/>
              </a:ext>
            </a:extLst>
          </p:cNvPr>
          <p:cNvSpPr/>
          <p:nvPr/>
        </p:nvSpPr>
        <p:spPr>
          <a:xfrm>
            <a:off x="4610924" y="3306534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DF2528F-77D5-26A1-630C-06F81655DD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16" y="2059313"/>
            <a:ext cx="2891459" cy="69609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CA5277-5D92-C342-2734-C34A641F9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99" y="2059313"/>
            <a:ext cx="2891459" cy="6960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576B3B4-19D8-D117-8086-2333DCF88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15" y="2059906"/>
            <a:ext cx="3009967" cy="72113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DC68AC1-59C1-79E8-04D5-F4ABD91A5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007" y="-43188"/>
            <a:ext cx="3328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3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BF86A5E-BC63-AFE8-CAC0-B5C0447CE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6B688E6C-C615-044B-BA38-A0331FEDA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15" y="2059906"/>
            <a:ext cx="3009967" cy="72113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64FE77D-E774-D456-FA4F-9FC4FD49A046}"/>
              </a:ext>
            </a:extLst>
          </p:cNvPr>
          <p:cNvSpPr/>
          <p:nvPr/>
        </p:nvSpPr>
        <p:spPr>
          <a:xfrm>
            <a:off x="4433827" y="2082801"/>
            <a:ext cx="3253906" cy="3513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95663A-2B59-B9D1-ABEC-FD9F5A743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51" y="-145774"/>
            <a:ext cx="3340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67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F7309A68-6820-1C20-9A19-459F9526C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81125"/>
            <a:ext cx="3352800" cy="409575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AD4348B2-103F-EC27-AC43-0E7559B52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99" y="3281826"/>
            <a:ext cx="2891459" cy="696092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01D3B2-4DE4-9BE1-EE5E-1132C62B6BE1}"/>
              </a:ext>
            </a:extLst>
          </p:cNvPr>
          <p:cNvSpPr/>
          <p:nvPr/>
        </p:nvSpPr>
        <p:spPr>
          <a:xfrm>
            <a:off x="5784573" y="4323521"/>
            <a:ext cx="685801" cy="616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2AAAA4-0F3B-9450-C9E6-D5CCB2080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16" y="3271887"/>
            <a:ext cx="3009967" cy="72113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A897E11-BDF9-BDFF-9127-3DE9AD7D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0" y="1675162"/>
            <a:ext cx="3353091" cy="409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4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0BAD-9711-0B5E-CC80-2111A682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9541C61-E39E-044F-37EE-D54EEFA9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62" y="2990850"/>
            <a:ext cx="32670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74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E717CA-FE0F-BC9E-D021-6420DCFB7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533400"/>
            <a:ext cx="2819400" cy="57912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7ADE3A-C8CD-0DB5-AA48-4F7FC17AC11E}"/>
              </a:ext>
            </a:extLst>
          </p:cNvPr>
          <p:cNvSpPr/>
          <p:nvPr/>
        </p:nvSpPr>
        <p:spPr>
          <a:xfrm flipV="1">
            <a:off x="4780722" y="5883964"/>
            <a:ext cx="2670994" cy="358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84301B8-C16A-15CA-B510-51A2F53A2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09" y="2198461"/>
            <a:ext cx="2555219" cy="61218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4D9C5EA-8C65-4EBA-712E-28A68A019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111" y="377436"/>
            <a:ext cx="2816596" cy="57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0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25A0294-4BA9-7C1B-CFC3-E12A1368F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312" y="1838325"/>
            <a:ext cx="33813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7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A159-CF72-F774-2B29-2C9ED7C0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7F57276-F45F-35FB-A6F9-4803E11BA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87" y="1896005"/>
            <a:ext cx="3324225" cy="31337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6B1F36-99BB-599F-FCD9-5873F80CD746}"/>
              </a:ext>
            </a:extLst>
          </p:cNvPr>
          <p:cNvSpPr/>
          <p:nvPr/>
        </p:nvSpPr>
        <p:spPr>
          <a:xfrm flipV="1">
            <a:off x="4569296" y="2319864"/>
            <a:ext cx="1535171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421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CCBC-8352-CB98-4BDC-B59CC1E8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275F847-8715-4CF9-B23F-309C5F88B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87" y="1896005"/>
            <a:ext cx="3324225" cy="31337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2E1B11-1C32-DE7E-705E-68EFFB582E15}"/>
              </a:ext>
            </a:extLst>
          </p:cNvPr>
          <p:cNvSpPr/>
          <p:nvPr/>
        </p:nvSpPr>
        <p:spPr>
          <a:xfrm flipV="1">
            <a:off x="6110230" y="2319864"/>
            <a:ext cx="1535171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490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59D3-4A37-BDED-61CC-929D55DF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8E23968-CA56-87D8-20FD-4A1CF412F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675" y="2771775"/>
            <a:ext cx="29146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41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CE1C86F-394D-7228-5D09-A46AC40F8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2338387"/>
            <a:ext cx="28860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1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E330668-03B5-F00F-B108-63EF0390D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80962"/>
            <a:ext cx="30670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7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8C15-1FAF-77F6-BFF5-AEE3102C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5F6CE8B-2790-22AC-0DA5-79332988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8EC3B2-1F4C-E23B-371E-8AD27AD97D95}"/>
              </a:ext>
            </a:extLst>
          </p:cNvPr>
          <p:cNvSpPr/>
          <p:nvPr/>
        </p:nvSpPr>
        <p:spPr>
          <a:xfrm flipV="1">
            <a:off x="5594487" y="1254270"/>
            <a:ext cx="3312000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F0CC4CA-10AB-F250-26FF-1BD214F3E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523" y="685722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85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391E-3108-5A63-6F1A-A963FF78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F66498-02B6-803C-8EC4-72E4229DD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E9399F-8336-D58C-A002-E5E98B5FD437}"/>
              </a:ext>
            </a:extLst>
          </p:cNvPr>
          <p:cNvSpPr/>
          <p:nvPr/>
        </p:nvSpPr>
        <p:spPr>
          <a:xfrm flipV="1">
            <a:off x="6727612" y="2019175"/>
            <a:ext cx="900000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AFED170-6486-82D1-926C-971B1C2A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61" y="749576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69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07EB-B9EB-6CE3-3539-F87CBA4C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A8B7C09-9840-05FC-6F12-78BB906A1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097537-6127-9838-6BBD-8BBA24BE5C77}"/>
              </a:ext>
            </a:extLst>
          </p:cNvPr>
          <p:cNvSpPr/>
          <p:nvPr/>
        </p:nvSpPr>
        <p:spPr>
          <a:xfrm flipV="1">
            <a:off x="7615888" y="2019175"/>
            <a:ext cx="900000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D63C66-7924-2485-8225-5E0EB6F2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61" y="749576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7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C587D60-F13D-FDAD-3F95-2700F688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0" y="1600200"/>
            <a:ext cx="25527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35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B22C986-0CFE-DBD4-6A66-C305E667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287" y="542925"/>
            <a:ext cx="2714625" cy="57721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9A975B8-2524-F826-B601-460FD217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95" y="542925"/>
            <a:ext cx="250507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79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338C07A-CB51-534C-3497-E15E2A048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2409825"/>
            <a:ext cx="26479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89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5F5A-7B9C-4E83-E795-7A7ECD26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E889190-B4E3-3294-BF8B-F3599D2B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043207-9974-88F2-0FAE-801FB71CCC30}"/>
              </a:ext>
            </a:extLst>
          </p:cNvPr>
          <p:cNvSpPr/>
          <p:nvPr/>
        </p:nvSpPr>
        <p:spPr>
          <a:xfrm flipV="1">
            <a:off x="4899500" y="5511794"/>
            <a:ext cx="2364899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A902122-521E-13FF-7E23-46F6CC4FA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7" y="2033587"/>
            <a:ext cx="32099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15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80AB4C0-C5A7-38B7-2DFC-72F29A36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37" y="2562225"/>
            <a:ext cx="27527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57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F987-108D-EDB6-9D22-06DE2A3A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8F31A9-8301-148D-080D-1709C313D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450" y="2443162"/>
            <a:ext cx="27051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32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352F-91CF-A91C-285F-17C7D399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3587FB-7028-BEB4-86FE-A2B8DB90E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737" y="1733550"/>
            <a:ext cx="26765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120D-A393-DF3C-E975-A41E3C4E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5CEFDF-BE3C-7C2C-5487-C0A001843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2247900"/>
            <a:ext cx="2667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4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B386-3CC0-670E-7550-FCA624CB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257781-7CF6-B857-8814-A87A0E454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1814512"/>
            <a:ext cx="3419475" cy="322897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B49FAD-4139-03DA-5416-B6AB4735B882}"/>
              </a:ext>
            </a:extLst>
          </p:cNvPr>
          <p:cNvSpPr/>
          <p:nvPr/>
        </p:nvSpPr>
        <p:spPr>
          <a:xfrm flipV="1">
            <a:off x="4543900" y="4639726"/>
            <a:ext cx="3160767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834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21D1-957D-6B1F-78E8-21AA10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BB7CB5-CB5B-4907-C9BF-603E2928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2FDC3A-8A74-4BAC-E71C-819DDC554413}"/>
              </a:ext>
            </a:extLst>
          </p:cNvPr>
          <p:cNvSpPr/>
          <p:nvPr/>
        </p:nvSpPr>
        <p:spPr>
          <a:xfrm flipV="1">
            <a:off x="5238168" y="2506125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EBF098-3577-BB14-6EC3-3D4D599ED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28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79CA-7394-D384-482F-4B972B14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F73298A-4610-01B2-06CD-7FEFFAA84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324923-B45E-8392-3DD1-896A729AB487}"/>
              </a:ext>
            </a:extLst>
          </p:cNvPr>
          <p:cNvSpPr/>
          <p:nvPr/>
        </p:nvSpPr>
        <p:spPr>
          <a:xfrm flipV="1">
            <a:off x="5238168" y="3454390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5AC51E-DC32-BA4C-B251-8054B8CD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3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567D-CE97-1427-8674-A4071E2E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11FE95-1EC2-5A4B-A343-47DC512FC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D9E1D3-2481-F309-19F8-9ED8ACEF84DB}"/>
              </a:ext>
            </a:extLst>
          </p:cNvPr>
          <p:cNvSpPr/>
          <p:nvPr/>
        </p:nvSpPr>
        <p:spPr>
          <a:xfrm flipV="1">
            <a:off x="5238168" y="4538130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1BD42D6-8661-9709-621F-BEF69EAC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343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0844C9C-B6C1-686F-2051-A94D9FEF0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937" y="2790825"/>
            <a:ext cx="25241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24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424E-70CB-EF93-C89C-492956C9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E7C21DC-29B3-5CD6-00B4-994AA9A52BF6}"/>
              </a:ext>
            </a:extLst>
          </p:cNvPr>
          <p:cNvGrpSpPr/>
          <p:nvPr/>
        </p:nvGrpSpPr>
        <p:grpSpPr>
          <a:xfrm>
            <a:off x="5608703" y="490883"/>
            <a:ext cx="2476500" cy="5842968"/>
            <a:chOff x="5608703" y="490883"/>
            <a:chExt cx="2476500" cy="5842968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60F57E4C-30BF-C84D-9FB8-C9FE5BF89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9988" y="490883"/>
              <a:ext cx="2428875" cy="37719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6C91F23-6935-9C21-8DDD-2E59A267A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8703" y="4133576"/>
              <a:ext cx="2476500" cy="2200275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63BDCF-985B-31CA-8A6D-491BB10636E2}"/>
              </a:ext>
            </a:extLst>
          </p:cNvPr>
          <p:cNvSpPr/>
          <p:nvPr/>
        </p:nvSpPr>
        <p:spPr>
          <a:xfrm flipV="1">
            <a:off x="5821641" y="843037"/>
            <a:ext cx="2070503" cy="2683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7781C46-25FC-C453-8F29-0A6E52271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028" y="861494"/>
            <a:ext cx="2475191" cy="58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00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9DD9-C8F6-79DC-8A66-86C08A7D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118CBA7-AD97-D9C2-DA57-0081ED9B8564}"/>
              </a:ext>
            </a:extLst>
          </p:cNvPr>
          <p:cNvGrpSpPr/>
          <p:nvPr/>
        </p:nvGrpSpPr>
        <p:grpSpPr>
          <a:xfrm>
            <a:off x="5608703" y="490883"/>
            <a:ext cx="2476500" cy="5842968"/>
            <a:chOff x="5608703" y="490883"/>
            <a:chExt cx="2476500" cy="584296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352FA20-2A47-C46D-4E43-39177F20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9988" y="490883"/>
              <a:ext cx="2428875" cy="377190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9F079C06-E517-79D7-726F-30B09465A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8703" y="4133576"/>
              <a:ext cx="2476500" cy="2200275"/>
            </a:xfrm>
            <a:prstGeom prst="rect">
              <a:avLst/>
            </a:prstGeom>
          </p:spPr>
        </p:pic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EF87F48-14B4-BAF8-87C8-25F6DB354650}"/>
              </a:ext>
            </a:extLst>
          </p:cNvPr>
          <p:cNvSpPr/>
          <p:nvPr/>
        </p:nvSpPr>
        <p:spPr>
          <a:xfrm>
            <a:off x="5821641" y="3526969"/>
            <a:ext cx="2070503" cy="6314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C3ED941-8AF1-10A8-7D73-9EC3B2642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856" y="687667"/>
            <a:ext cx="2475191" cy="58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16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01E-E322-F893-67C5-BD9355B1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110B52A-72BA-4969-23F9-1ED1B4B54D07}"/>
              </a:ext>
            </a:extLst>
          </p:cNvPr>
          <p:cNvGrpSpPr/>
          <p:nvPr/>
        </p:nvGrpSpPr>
        <p:grpSpPr>
          <a:xfrm>
            <a:off x="5608703" y="490883"/>
            <a:ext cx="2476500" cy="5842968"/>
            <a:chOff x="5608703" y="490883"/>
            <a:chExt cx="2476500" cy="584296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A5666E3-CBBE-4CC5-72AB-1BBE88AE6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9988" y="490883"/>
              <a:ext cx="2428875" cy="377190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E42BA4B9-7870-0CDD-3E13-2EC6D0B0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8703" y="4133576"/>
              <a:ext cx="2476500" cy="2200275"/>
            </a:xfrm>
            <a:prstGeom prst="rect">
              <a:avLst/>
            </a:prstGeom>
          </p:spPr>
        </p:pic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721F23-F54A-41D7-6FB4-982D4B131521}"/>
              </a:ext>
            </a:extLst>
          </p:cNvPr>
          <p:cNvSpPr/>
          <p:nvPr/>
        </p:nvSpPr>
        <p:spPr>
          <a:xfrm flipV="1">
            <a:off x="5821641" y="4158374"/>
            <a:ext cx="2070503" cy="19840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BD384F3-0062-A2AD-1B25-BE6A23241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613" y="121137"/>
            <a:ext cx="2475191" cy="58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85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755E-91F3-9385-8A86-5C7AC01A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6BF57A8-48A0-BAC5-33B3-838462194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186" y="1871738"/>
            <a:ext cx="2644958" cy="376706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F0E347-8B97-9EF7-8D32-4F437CD3F185}"/>
              </a:ext>
            </a:extLst>
          </p:cNvPr>
          <p:cNvSpPr/>
          <p:nvPr/>
        </p:nvSpPr>
        <p:spPr>
          <a:xfrm flipV="1">
            <a:off x="5116285" y="2253341"/>
            <a:ext cx="2166257" cy="1066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97C258A-778E-FA4C-5DC1-0D6C9992D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293" y="1436312"/>
            <a:ext cx="2645893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79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4F2-B424-4202-81E6-D49A26EE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CB37C85-589F-9FAB-6E95-5DAAB59FF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186" y="1871738"/>
            <a:ext cx="2644958" cy="376706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934DA8-5692-391E-CDB3-1E02224D97F3}"/>
              </a:ext>
            </a:extLst>
          </p:cNvPr>
          <p:cNvSpPr/>
          <p:nvPr/>
        </p:nvSpPr>
        <p:spPr>
          <a:xfrm flipV="1">
            <a:off x="5007963" y="3309257"/>
            <a:ext cx="2250088" cy="2209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1A1A67C-2BE5-7C0B-9A55-26455B4F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024" y="1751402"/>
            <a:ext cx="2645893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79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3099-171A-26F3-83E9-27EF25DB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3526D83-1AB8-4F82-EF18-D1EF67839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944D9F-87BE-DB59-A04C-3F358F8DA394}"/>
              </a:ext>
            </a:extLst>
          </p:cNvPr>
          <p:cNvSpPr/>
          <p:nvPr/>
        </p:nvSpPr>
        <p:spPr>
          <a:xfrm flipV="1">
            <a:off x="2545999" y="1864296"/>
            <a:ext cx="2064766" cy="113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6C5CDFE-490C-676C-ABA3-681F6A605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2" y="1594197"/>
            <a:ext cx="2543175" cy="44958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1F88791-F824-0F99-C586-4CA7AEB22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620" y="1040362"/>
            <a:ext cx="4980864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58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6E17-50B7-BBBD-3970-8205EE6A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61EA138-D025-67D3-3031-2C3B1455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F71A8F-67DA-ECBA-6646-3E1A4BDBBB76}"/>
              </a:ext>
            </a:extLst>
          </p:cNvPr>
          <p:cNvSpPr/>
          <p:nvPr/>
        </p:nvSpPr>
        <p:spPr>
          <a:xfrm flipV="1">
            <a:off x="2545999" y="2987418"/>
            <a:ext cx="2064766" cy="113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9D3C31D-4BC5-79E2-65DD-071CDCDBE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2" y="1594197"/>
            <a:ext cx="2543175" cy="44958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E370395-8266-935F-E8C7-13DF6EBF0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0099" y="1139753"/>
            <a:ext cx="4980864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6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514F-4ABB-2B34-7A7B-44733981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3B14AEE-91EA-CD25-21B0-0E326D60B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2" y="1594197"/>
            <a:ext cx="2543175" cy="44958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BAA0F64-C621-5093-DDC2-41906EC9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916213-0B71-C464-4368-125A0D55F154}"/>
              </a:ext>
            </a:extLst>
          </p:cNvPr>
          <p:cNvSpPr/>
          <p:nvPr/>
        </p:nvSpPr>
        <p:spPr>
          <a:xfrm flipV="1">
            <a:off x="5162268" y="1627638"/>
            <a:ext cx="1983967" cy="4335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4F8C26-7B6B-22AC-2952-0D1D41853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385" y="1050301"/>
            <a:ext cx="4980864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881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339E-D0C9-16BC-4916-9E8032F4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436D38D-243D-2F72-C3B2-725C08F22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789" y="508361"/>
            <a:ext cx="2830706" cy="5073496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E8B0A3-BB58-866A-42BB-8770FBA77F66}"/>
              </a:ext>
            </a:extLst>
          </p:cNvPr>
          <p:cNvSpPr/>
          <p:nvPr/>
        </p:nvSpPr>
        <p:spPr>
          <a:xfrm flipV="1">
            <a:off x="5231337" y="987908"/>
            <a:ext cx="2239367" cy="131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C25E90A-1EBA-517F-796B-20F9E1F74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57" y="732049"/>
            <a:ext cx="2834886" cy="50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55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A31D-13EE-CADB-5226-65D20150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4AFE788-C017-2E42-8FBF-E44297BF3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789" y="548117"/>
            <a:ext cx="2830706" cy="507349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F84BA2-C3CB-D06F-D82A-E560EE1FCDAB}"/>
              </a:ext>
            </a:extLst>
          </p:cNvPr>
          <p:cNvSpPr/>
          <p:nvPr/>
        </p:nvSpPr>
        <p:spPr>
          <a:xfrm flipV="1">
            <a:off x="5231337" y="2439021"/>
            <a:ext cx="2239367" cy="131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BB64A7C-8E30-3464-CBA0-C636AB8C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61" y="892844"/>
            <a:ext cx="2834886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90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88CB-FD28-9584-AD4F-101C3C9B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7A0B4AEE-CDC6-A703-09A9-7F206ACD1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789" y="548117"/>
            <a:ext cx="2830706" cy="507349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824850C-D4B2-FD5D-D163-3218A77D6117}"/>
              </a:ext>
            </a:extLst>
          </p:cNvPr>
          <p:cNvSpPr/>
          <p:nvPr/>
        </p:nvSpPr>
        <p:spPr>
          <a:xfrm flipV="1">
            <a:off x="5231337" y="3790742"/>
            <a:ext cx="2239367" cy="1099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085E0C4-0B32-FAF1-0B39-6B80C7B16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18" y="465461"/>
            <a:ext cx="2834886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2F7C-3ED2-E695-BEEA-645CCD68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77C8267-8038-575A-DC4D-29E16F78E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911" y="528239"/>
            <a:ext cx="2830706" cy="507349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E1FAD86-D865-4191-C9CF-BB3A828300FD}"/>
              </a:ext>
            </a:extLst>
          </p:cNvPr>
          <p:cNvSpPr/>
          <p:nvPr/>
        </p:nvSpPr>
        <p:spPr>
          <a:xfrm>
            <a:off x="5231337" y="4959626"/>
            <a:ext cx="2239367" cy="427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58562A-994E-8F84-48DC-49FAE2177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440" y="455523"/>
            <a:ext cx="2828789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19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EDFCC-01A1-F2E2-6067-4E578EA4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8CD32BEA-F260-8D21-A1D1-B0679D20C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37" y="1900031"/>
            <a:ext cx="3133725" cy="23622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179BB3F-8914-703E-D3BC-8D3B311C4D0B}"/>
              </a:ext>
            </a:extLst>
          </p:cNvPr>
          <p:cNvSpPr/>
          <p:nvPr/>
        </p:nvSpPr>
        <p:spPr>
          <a:xfrm>
            <a:off x="5354128" y="2425146"/>
            <a:ext cx="2507724" cy="1669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5E82C53-88BC-E03E-A857-A0063E3C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79" y="1812001"/>
            <a:ext cx="3133616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634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FC4B-D084-C9B9-3AB8-9679A22F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B508C4B-5B9F-EEF7-2B71-F3826D036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5D8787-D90E-77A2-A00E-DA33BE4234E1}"/>
              </a:ext>
            </a:extLst>
          </p:cNvPr>
          <p:cNvSpPr/>
          <p:nvPr/>
        </p:nvSpPr>
        <p:spPr>
          <a:xfrm>
            <a:off x="4926746" y="934275"/>
            <a:ext cx="2507724" cy="22760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3C5FAA-B35F-B074-9410-C3A9EF3EA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297" y="344828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33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AEEA-5AE3-DBF3-135C-60B6D94F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A7DF0AA-BE7F-C4D1-9050-722A5A1F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9FEC9-0243-EFA9-B288-D2FFA20B7B7F}"/>
              </a:ext>
            </a:extLst>
          </p:cNvPr>
          <p:cNvSpPr/>
          <p:nvPr/>
        </p:nvSpPr>
        <p:spPr>
          <a:xfrm flipV="1">
            <a:off x="4926746" y="3210338"/>
            <a:ext cx="2507724" cy="15604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CB69C53-2149-77D8-7DD4-ED57B71B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24" y="449254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852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D960-DDAD-6373-4B72-4FA8D0D3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5D9650-A1A2-F73A-135E-FED5F118B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414AF8-31A5-2984-2DEA-1664F94B54DF}"/>
              </a:ext>
            </a:extLst>
          </p:cNvPr>
          <p:cNvSpPr/>
          <p:nvPr/>
        </p:nvSpPr>
        <p:spPr>
          <a:xfrm>
            <a:off x="4926746" y="4800600"/>
            <a:ext cx="2507724" cy="1381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782A42A-9CC7-DF7A-FE9F-22BB04CD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6" y="225823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65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C284-C2A0-3E10-72E3-53AACA51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6326D1D7-C883-0FCC-8A0C-6801451B4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5" y="1257300"/>
            <a:ext cx="27241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96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8285A-4D39-EBD6-F4C8-BA432FE5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0122182-AACF-4E20-530C-5AC0D8650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57375"/>
            <a:ext cx="3048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759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546D-C15A-93F5-5C05-CDB698A4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1C587A2-523A-41C6-4F2E-F1983416C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331" y="1857375"/>
            <a:ext cx="3048000" cy="31432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B0FF27-A6CE-F7A8-76C7-E613A8ECCFD5}"/>
              </a:ext>
            </a:extLst>
          </p:cNvPr>
          <p:cNvSpPr/>
          <p:nvPr/>
        </p:nvSpPr>
        <p:spPr>
          <a:xfrm>
            <a:off x="7106479" y="2673626"/>
            <a:ext cx="2763078" cy="1500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CE7D84F-51CA-9991-9ED0-5BB3E6C2B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443" y="2018170"/>
            <a:ext cx="3048264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9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F3AD-96E8-4A2E-8EE7-F6AD0A33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1599F1C-C05B-20F5-758B-8161206E8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331" y="1857375"/>
            <a:ext cx="3048000" cy="3143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5770A0-F7A1-9AE7-9D0A-246DC1910557}"/>
              </a:ext>
            </a:extLst>
          </p:cNvPr>
          <p:cNvSpPr/>
          <p:nvPr/>
        </p:nvSpPr>
        <p:spPr>
          <a:xfrm>
            <a:off x="8816010" y="2087218"/>
            <a:ext cx="1043607" cy="506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38BCB97-CBD8-3A09-AB17-E4C970D00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459" y="1860913"/>
            <a:ext cx="3048264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31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CCE2-0EB0-D554-E15B-1B604363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93C2D56-5FD2-8E63-3CFC-E9FED4720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387" y="1466850"/>
            <a:ext cx="3705225" cy="39243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0C8B24-C78C-6242-E743-70BDC30D01EB}"/>
              </a:ext>
            </a:extLst>
          </p:cNvPr>
          <p:cNvSpPr/>
          <p:nvPr/>
        </p:nvSpPr>
        <p:spPr>
          <a:xfrm>
            <a:off x="4243387" y="1555268"/>
            <a:ext cx="3628404" cy="482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876CE2C-DC78-0117-2FD4-7E25FFB39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2" y="1555268"/>
            <a:ext cx="3718882" cy="39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66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15AD-5D21-9DF2-6383-66370928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AD33A4E-8925-59D7-5724-4370DF351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747" y="919369"/>
            <a:ext cx="2820773" cy="4497457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BD2D63-6B9A-7570-56F9-EE800633EBE8}"/>
              </a:ext>
            </a:extLst>
          </p:cNvPr>
          <p:cNvSpPr/>
          <p:nvPr/>
        </p:nvSpPr>
        <p:spPr>
          <a:xfrm>
            <a:off x="5025011" y="4944513"/>
            <a:ext cx="2634491" cy="348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927A06C-F959-3479-E1CB-81B213AF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14" y="990538"/>
            <a:ext cx="2822693" cy="44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6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2</Words>
  <Application>Microsoft Office PowerPoint</Application>
  <PresentationFormat>ワイド画面</PresentationFormat>
  <Paragraphs>1</Paragraphs>
  <Slides>59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59</vt:i4>
      </vt:variant>
    </vt:vector>
  </HeadingPairs>
  <TitlesOfParts>
    <vt:vector size="6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32</cp:revision>
  <dcterms:created xsi:type="dcterms:W3CDTF">2026-09-04T16:32:46Z</dcterms:created>
  <dcterms:modified xsi:type="dcterms:W3CDTF">2026-09-07T08:07:27Z</dcterms:modified>
</cp:coreProperties>
</file>