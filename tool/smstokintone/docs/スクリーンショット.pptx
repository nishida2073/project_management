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301" r:id="rId41"/>
    <p:sldId id="303" r:id="rId42"/>
    <p:sldId id="302" r:id="rId43"/>
    <p:sldId id="292" r:id="rId44"/>
    <p:sldId id="310" r:id="rId45"/>
    <p:sldId id="305" r:id="rId46"/>
    <p:sldId id="311" r:id="rId47"/>
    <p:sldId id="312" r:id="rId48"/>
    <p:sldId id="306" r:id="rId49"/>
    <p:sldId id="313" r:id="rId50"/>
    <p:sldId id="314" r:id="rId51"/>
    <p:sldId id="315" r:id="rId52"/>
    <p:sldId id="307" r:id="rId53"/>
    <p:sldId id="316" r:id="rId54"/>
    <p:sldId id="320" r:id="rId55"/>
    <p:sldId id="321" r:id="rId56"/>
    <p:sldId id="317" r:id="rId57"/>
    <p:sldId id="322" r:id="rId58"/>
    <p:sldId id="324" r:id="rId59"/>
    <p:sldId id="323" r:id="rId60"/>
    <p:sldId id="325" r:id="rId61"/>
    <p:sldId id="319" r:id="rId6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668A8EA6-825C-3889-2B2C-4A93459BE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932" y="714536"/>
            <a:ext cx="2847182" cy="59217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DC5E0BF-3D4D-47E4-B421-77B922B27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54" y="744353"/>
            <a:ext cx="2800350" cy="4384238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D2ADE84-DA1E-D454-C9BF-89305184C1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8838" y="466087"/>
            <a:ext cx="2865368" cy="59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72A2819-2C2A-DBB6-B81A-ED6587037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542" y="1045096"/>
            <a:ext cx="3343275" cy="41052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851DF13-2F39-419B-3116-94173BEC4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111" y="907331"/>
            <a:ext cx="3346994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1BCE135-2ADD-2A7D-C9FE-6C891E6A9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554" y="819771"/>
            <a:ext cx="3343275" cy="41052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472766" y="1649894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8E93ABA-6968-AEC0-9359-D6E193D4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4734" y="1135931"/>
            <a:ext cx="3365284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4280382-2A91-719F-0F8E-7DD1EC87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9392" y="260773"/>
            <a:ext cx="3172849" cy="6366641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7B1902FD-D276-5D38-DD0B-E69877AD35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10" y="0"/>
            <a:ext cx="3170195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7575DBA5-132F-47C0-5A57-4F7BDBD7F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502" y="109900"/>
            <a:ext cx="3171446" cy="653510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52860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BA2A7F9-3683-3422-D600-D255E2503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68" y="-87095"/>
            <a:ext cx="3170195" cy="653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図 20">
            <a:extLst>
              <a:ext uri="{FF2B5EF4-FFF2-40B4-BE49-F238E27FC236}">
                <a16:creationId xmlns:a16="http://schemas.microsoft.com/office/drawing/2014/main" id="{71A13DAE-538A-A3F3-4D3B-92AA8847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356" y="204754"/>
            <a:ext cx="3240340" cy="6448491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52860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AE75536D-87E3-D88C-06B7-0A1C020A1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4" y="0"/>
            <a:ext cx="3237257" cy="644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65F105B3-8B44-D08C-2945-E519B91451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354" y="145520"/>
            <a:ext cx="2714625" cy="56864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669468" cy="3025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6DFF3B4-B400-57B7-29B8-84028DA4E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177" y="889769"/>
            <a:ext cx="2731245" cy="568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9ADE307F-1FE4-971D-4CF9-524B75653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2043303"/>
            <a:ext cx="2457450" cy="5086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5915378" y="4323522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639BC8AC-EB4A-5945-7022-EDBB49E1F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226" y="488588"/>
            <a:ext cx="2462997" cy="509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D0A4689-D715-2BD8-1BC7-7E777D79D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502" y="109900"/>
            <a:ext cx="3171446" cy="65351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740D10-7992-67F3-D77B-03A765DC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69" y="-355052"/>
            <a:ext cx="3170195" cy="653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B847C09-437E-B245-751B-A9B7EB03F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3C67693-EFC3-7941-09C4-2DF229D86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555508" y="2895597"/>
            <a:ext cx="3064492" cy="35164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C6DEFF-31F1-A13C-EF0C-01A95B636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951" y="823768"/>
            <a:ext cx="3164098" cy="48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890BF980-9AC9-0B86-F532-2491F685E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614452" y="2353731"/>
            <a:ext cx="1476000" cy="3668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40913EB-DCF2-E6DD-9515-8BDE5E3C9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562" y="767324"/>
            <a:ext cx="3164098" cy="48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FF2B9FF-27DB-C65A-6A79-692DABD38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00" y="1428750"/>
            <a:ext cx="2362200" cy="40005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44DFDE7-CAFD-FA98-4D18-180D9609B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785" y="1827045"/>
            <a:ext cx="2365453" cy="400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9EBC3CE-D1B0-EBB9-FB23-0E296809E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3E40BFC-4141-004A-4428-C6D2E5A2FE14}"/>
              </a:ext>
            </a:extLst>
          </p:cNvPr>
          <p:cNvSpPr/>
          <p:nvPr/>
        </p:nvSpPr>
        <p:spPr>
          <a:xfrm flipV="1">
            <a:off x="6115875" y="2353731"/>
            <a:ext cx="1476000" cy="3668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192BEF0-EC12-8C3E-277F-88521D6FE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884" y="1026968"/>
            <a:ext cx="3164098" cy="48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9E7C21DC-29B3-5CD6-00B4-994AA9A52BF6}"/>
              </a:ext>
            </a:extLst>
          </p:cNvPr>
          <p:cNvGrpSpPr/>
          <p:nvPr/>
        </p:nvGrpSpPr>
        <p:grpSpPr>
          <a:xfrm>
            <a:off x="5609988" y="490883"/>
            <a:ext cx="4798894" cy="3771900"/>
            <a:chOff x="5609988" y="490883"/>
            <a:chExt cx="4798894" cy="3771900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60F57E4C-30BF-C84D-9FB8-C9FE5BF89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9988" y="490883"/>
              <a:ext cx="2428875" cy="37719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6C91F23-6935-9C21-8DDD-2E59A267A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32382" y="588864"/>
              <a:ext cx="2476500" cy="220027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21641" y="843037"/>
            <a:ext cx="2070503" cy="2683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61C7D71-EBBF-3C04-D7E5-D44460EE4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1" y="1195216"/>
            <a:ext cx="4797968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CA279C6-BEA5-43CC-77EB-EEDD92407098}"/>
              </a:ext>
            </a:extLst>
          </p:cNvPr>
          <p:cNvGrpSpPr/>
          <p:nvPr/>
        </p:nvGrpSpPr>
        <p:grpSpPr>
          <a:xfrm>
            <a:off x="5609988" y="490883"/>
            <a:ext cx="4798894" cy="3771900"/>
            <a:chOff x="5609988" y="490883"/>
            <a:chExt cx="4798894" cy="37719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4351392-ED20-5158-1A8C-34A5C3629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9988" y="490883"/>
              <a:ext cx="2428875" cy="3771900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A5BDFBB-37EA-05FC-B7A5-CA09E178C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32382" y="588864"/>
              <a:ext cx="2476500" cy="220027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5821641" y="3526969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3BF77B8-47EF-F400-7576-F6E503894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89001"/>
            <a:ext cx="4797968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2149361-F8AB-10B1-33C5-88F532F15877}"/>
              </a:ext>
            </a:extLst>
          </p:cNvPr>
          <p:cNvGrpSpPr/>
          <p:nvPr/>
        </p:nvGrpSpPr>
        <p:grpSpPr>
          <a:xfrm>
            <a:off x="5609988" y="490883"/>
            <a:ext cx="4798894" cy="3771900"/>
            <a:chOff x="5609988" y="490883"/>
            <a:chExt cx="4798894" cy="37719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03839A41-E226-878B-4016-03DCC9850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9988" y="490883"/>
              <a:ext cx="2428875" cy="3771900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F1DD5A5-05D1-3B53-63F4-01405A73E4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32382" y="588864"/>
              <a:ext cx="2476500" cy="220027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135380" y="6518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1156228-6AA1-3D79-B64C-9A29B0ED2A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25767" y="1770950"/>
            <a:ext cx="4797968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BF57A8-48A0-BAC5-33B3-838462194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116285" y="2253341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97C258A-778E-FA4C-5DC1-0D6C9992D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293" y="143631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CB37C85-589F-9FAB-6E95-5DAAB59FFD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309257"/>
            <a:ext cx="2250088" cy="2209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1A1A67C-2BE5-7C0B-9A55-26455B4FE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24" y="175140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1024</TotalTime>
  <Words>3</Words>
  <Application>Microsoft Office PowerPoint</Application>
  <PresentationFormat>ワイド画面</PresentationFormat>
  <Paragraphs>2</Paragraphs>
  <Slides>61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36</cp:revision>
  <dcterms:created xsi:type="dcterms:W3CDTF">2026-09-04T16:32:46Z</dcterms:created>
  <dcterms:modified xsi:type="dcterms:W3CDTF">2026-09-07T10:43:13Z</dcterms:modified>
</cp:coreProperties>
</file>