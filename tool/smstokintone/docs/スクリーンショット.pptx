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32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326" r:id="rId23"/>
    <p:sldId id="276" r:id="rId24"/>
    <p:sldId id="32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301" r:id="rId39"/>
    <p:sldId id="303" r:id="rId40"/>
    <p:sldId id="302" r:id="rId41"/>
    <p:sldId id="292" r:id="rId42"/>
    <p:sldId id="310" r:id="rId43"/>
    <p:sldId id="305" r:id="rId44"/>
    <p:sldId id="311" r:id="rId45"/>
    <p:sldId id="312" r:id="rId46"/>
    <p:sldId id="306" r:id="rId47"/>
    <p:sldId id="313" r:id="rId48"/>
    <p:sldId id="314" r:id="rId49"/>
    <p:sldId id="315" r:id="rId50"/>
    <p:sldId id="307" r:id="rId51"/>
    <p:sldId id="316" r:id="rId52"/>
    <p:sldId id="320" r:id="rId53"/>
    <p:sldId id="321" r:id="rId54"/>
    <p:sldId id="317" r:id="rId55"/>
    <p:sldId id="322" r:id="rId56"/>
    <p:sldId id="324" r:id="rId57"/>
    <p:sldId id="323" r:id="rId58"/>
    <p:sldId id="325" r:id="rId59"/>
    <p:sldId id="319" r:id="rId6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5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05147EE-EDD2-D67D-8F55-57C75E8FC94F}"/>
              </a:ext>
            </a:extLst>
          </p:cNvPr>
          <p:cNvSpPr/>
          <p:nvPr/>
        </p:nvSpPr>
        <p:spPr>
          <a:xfrm>
            <a:off x="1515291" y="2333897"/>
            <a:ext cx="1584000" cy="51380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tx1"/>
                </a:solidFill>
              </a:rPr>
              <a:t>トップ画面</a:t>
            </a:r>
          </a:p>
        </p:txBody>
      </p:sp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7B73E852-2220-757F-C47A-B9F309963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2156" y="877956"/>
            <a:ext cx="3076575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185" y="1378592"/>
            <a:ext cx="3486150" cy="18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21B7BBC0-1B0F-724D-FCD6-D48003A3C2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8" y="1895061"/>
            <a:ext cx="302895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D62ABA2-3B45-3845-8760-88B457815A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A44A9DD-9335-789E-1AB6-1200E52AB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4422560"/>
            <a:ext cx="2891459" cy="696092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A4AD4091-8365-411B-DFC2-8A43A14452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071" y="558040"/>
            <a:ext cx="3094466" cy="3427551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EAD4E5D-FF86-8AE7-081F-08F127DEF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66" y="-195470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990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666B986-2B04-744D-74C2-0BF865743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478" y="1386860"/>
            <a:ext cx="3432072" cy="3801497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6832600" y="1490662"/>
            <a:ext cx="855133" cy="3679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F452A188-44F0-72F5-31DD-EB04778D1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62" y="1490662"/>
            <a:ext cx="3432345" cy="379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F7ACCB-F1AB-0E56-B6C1-68F03EDC9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2776537"/>
            <a:ext cx="3467100" cy="13049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6858000" y="2879195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36BD1B7-5C20-6E1F-0F4A-2835BBDB0F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478" y="1386861"/>
            <a:ext cx="3307269" cy="366326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4411134" y="1928191"/>
            <a:ext cx="3181613" cy="25344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EDDE5EA-7693-741C-4CC9-CFEBEA63C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83" y="1366471"/>
            <a:ext cx="3328704" cy="3657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3951A7-E4C4-E20D-730D-0A33F2116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2F403DD7-F8CF-6B59-BA89-8FDA90831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071" y="558040"/>
            <a:ext cx="3094466" cy="3427551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05867" y="3533545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38EDDC7-3B82-D3C2-74CC-B3DD39CAD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4422560"/>
            <a:ext cx="2891459" cy="696092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E95EA0B-C68E-4882-2844-4A4D2BA95F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655" y="104545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BC5ABCD-250D-981F-8A2E-B76ABD539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18564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18564" y="47583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66A02DAD-BDA7-8FFE-554E-8F8DDA873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E30562ED-21B6-AFFB-B84F-37C699624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70" y="169469"/>
            <a:ext cx="3328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3444AFB-53AA-44DD-D324-C6DA33371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53BD1708-87A1-818D-E56C-2E5E76BF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4762618"/>
            <a:ext cx="273230" cy="28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0961D2-1840-3CBE-1965-F8F80920B546}"/>
              </a:ext>
            </a:extLst>
          </p:cNvPr>
          <p:cNvSpPr/>
          <p:nvPr/>
        </p:nvSpPr>
        <p:spPr>
          <a:xfrm>
            <a:off x="4610924" y="476261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E7332C-0420-B7B8-C37A-E856813E5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3306534"/>
            <a:ext cx="273230" cy="28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A1EB59D-4D2C-E378-D0D7-3347F47627CB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10FADA-461E-58DB-661C-F7123EC48F78}"/>
              </a:ext>
            </a:extLst>
          </p:cNvPr>
          <p:cNvSpPr/>
          <p:nvPr/>
        </p:nvSpPr>
        <p:spPr>
          <a:xfrm>
            <a:off x="4610924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0DF2528F-77D5-26A1-630C-06F81655DD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1816" y="2059313"/>
            <a:ext cx="2891459" cy="6960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29C5513-A213-B522-BF8A-DF37C7603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253" y="0"/>
            <a:ext cx="3328416" cy="68580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44CA5277-5D92-C342-2734-C34A641F9E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F86A5E-BC63-AFE8-CAC0-B5C0447CE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EA1F8F1D-54C2-7F01-29A9-56B77BCBDD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2059313"/>
            <a:ext cx="2891459" cy="696092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433827" y="2082801"/>
            <a:ext cx="3253906" cy="35136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FA95D39-489B-903A-0789-A561F93F9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113" y="-354496"/>
            <a:ext cx="33406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7309A68-6820-1C20-9A19-459F9526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81125"/>
            <a:ext cx="3352800" cy="409575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AD4348B2-103F-EC27-AC43-0E7559B52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999" y="3281826"/>
            <a:ext cx="2891459" cy="696092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901D3B2-4DE4-9BE1-EE5E-1132C62B6BE1}"/>
              </a:ext>
            </a:extLst>
          </p:cNvPr>
          <p:cNvSpPr/>
          <p:nvPr/>
        </p:nvSpPr>
        <p:spPr>
          <a:xfrm>
            <a:off x="5784573" y="4323521"/>
            <a:ext cx="685801" cy="61622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5BD5A7D-C313-2D9F-EBA3-CA5370597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966" y="1386104"/>
            <a:ext cx="3353091" cy="409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A7E717CA-FE0F-BC9E-D021-6420DCFB78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6300" y="533400"/>
            <a:ext cx="2819400" cy="57912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780722" y="5883964"/>
            <a:ext cx="2670994" cy="358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CD862C4-888C-FD3E-BD86-152468AC2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2380" y="92262"/>
            <a:ext cx="2816596" cy="579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25A0294-4BA9-7C1B-CFC3-E12A1368F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312" y="1838325"/>
            <a:ext cx="33813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F57276-F45F-35FB-A6F9-4803E11B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569296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75F847-8715-4CF9-B23F-309C5F88B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2E1B11-1C32-DE7E-705E-68EFFB582E15}"/>
              </a:ext>
            </a:extLst>
          </p:cNvPr>
          <p:cNvSpPr/>
          <p:nvPr/>
        </p:nvSpPr>
        <p:spPr>
          <a:xfrm flipV="1">
            <a:off x="6110230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E330668-03B5-F00F-B108-63EF0390D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80962"/>
            <a:ext cx="3067050" cy="669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C8C15-1FAF-77F6-BFF5-AEE3102C9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5F6CE8B-2790-22AC-0DA5-793329885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98EC3B2-1F4C-E23B-371E-8AD27AD97D95}"/>
              </a:ext>
            </a:extLst>
          </p:cNvPr>
          <p:cNvSpPr/>
          <p:nvPr/>
        </p:nvSpPr>
        <p:spPr>
          <a:xfrm flipV="1">
            <a:off x="5594487" y="1254270"/>
            <a:ext cx="33120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F0CC4CA-10AB-F250-26FF-1BD214F3E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8523" y="685722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852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F66498-02B6-803C-8EC4-72E4229DDE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6727612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AFED170-6486-82D1-926C-971B1C2A5E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07EB-B9EB-6CE3-3539-F87CBA4CA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A8B7C09-9840-05FC-6F12-78BB906A1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360" y="813430"/>
            <a:ext cx="3371850" cy="53530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F097537-6127-9838-6BBD-8BBA24BE5C77}"/>
              </a:ext>
            </a:extLst>
          </p:cNvPr>
          <p:cNvSpPr/>
          <p:nvPr/>
        </p:nvSpPr>
        <p:spPr>
          <a:xfrm flipV="1">
            <a:off x="7615888" y="2019175"/>
            <a:ext cx="9000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D63C66-7924-2485-8225-5E0EB6F23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261" y="749576"/>
            <a:ext cx="3377477" cy="535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1796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C587D60-F13D-FDAD-3F95-2700F6882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600200"/>
            <a:ext cx="25527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9CF213C-6F52-C635-52F7-555AC5AAE290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79935E4-34CB-3737-C3F4-0EF75BBCC9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60F57E4C-30BF-C84D-9FB8-C9FE5BF89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821641" y="843037"/>
            <a:ext cx="2070503" cy="2683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BE516B0B-C894-AAA4-5DED-7EF92B70D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5235" y="304232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FEB9F6-7ADC-685D-3632-36999C6781A3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DB559D7-0F95-120A-E8F0-5D664548D1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2DEF7F03-E5A0-04F6-4316-27BFB0DAE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EF87F48-14B4-BAF8-87C8-25F6DB354650}"/>
              </a:ext>
            </a:extLst>
          </p:cNvPr>
          <p:cNvSpPr/>
          <p:nvPr/>
        </p:nvSpPr>
        <p:spPr>
          <a:xfrm>
            <a:off x="5821641" y="3526969"/>
            <a:ext cx="2070503" cy="6314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DCECAD6-3210-D50E-6F85-C64055AEA4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835" y="0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63631D7-D654-644F-E737-242A0458E127}"/>
              </a:ext>
            </a:extLst>
          </p:cNvPr>
          <p:cNvGrpSpPr/>
          <p:nvPr/>
        </p:nvGrpSpPr>
        <p:grpSpPr>
          <a:xfrm>
            <a:off x="5609988" y="490883"/>
            <a:ext cx="2457864" cy="6553568"/>
            <a:chOff x="8280744" y="821267"/>
            <a:chExt cx="2457864" cy="6553568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2B8740A-0B20-C736-CA4A-D0FD94CE93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90683" y="4488760"/>
              <a:ext cx="2447925" cy="288607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3BA04357-94AD-7447-4C80-33771764A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80744" y="821267"/>
              <a:ext cx="2428875" cy="3771900"/>
            </a:xfrm>
            <a:prstGeom prst="rect">
              <a:avLst/>
            </a:prstGeom>
          </p:spPr>
        </p:pic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A721F23-F54A-41D7-6FB4-982D4B131521}"/>
              </a:ext>
            </a:extLst>
          </p:cNvPr>
          <p:cNvSpPr/>
          <p:nvPr/>
        </p:nvSpPr>
        <p:spPr>
          <a:xfrm flipV="1">
            <a:off x="5821641" y="4158374"/>
            <a:ext cx="2070503" cy="273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4D9CC98-6024-AADC-6CD1-AC8ED4374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892" y="-729627"/>
            <a:ext cx="2456901" cy="6553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6BF57A8-48A0-BAC5-33B3-838462194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116285" y="2253341"/>
            <a:ext cx="2166257" cy="10667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97C258A-778E-FA4C-5DC1-0D6C9992D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7293" y="143631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CCB37C85-589F-9FAB-6E95-5DAAB59FFD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186" y="1871738"/>
            <a:ext cx="2644958" cy="3767062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309257"/>
            <a:ext cx="2250088" cy="2209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1A1A67C-2BE5-7C0B-9A55-26455B4FEB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2024" y="1751402"/>
            <a:ext cx="2645893" cy="37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3526D83-1AB8-4F82-EF18-D1EF67839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2545999" y="1864296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6C5CDFE-490C-676C-ABA3-681F6A605A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1F88791-F824-0F99-C586-4CA7AEB22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16620" y="1040362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06E17-50B7-BBBD-3970-8205EE6A7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61EA138-D025-67D3-3031-2C3B1455D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4F71A8F-67DA-ECBA-6646-3E1A4BDBBB76}"/>
              </a:ext>
            </a:extLst>
          </p:cNvPr>
          <p:cNvSpPr/>
          <p:nvPr/>
        </p:nvSpPr>
        <p:spPr>
          <a:xfrm flipV="1">
            <a:off x="2545999" y="2987418"/>
            <a:ext cx="2064766" cy="113732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9D3C31D-4BC5-79E2-65DD-071CDCDBE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BE370395-8266-935F-E8C7-13DF6EBF0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70099" y="1139753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4627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3514F-4ABB-2B34-7A7B-44733981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93B14AEE-91EA-CD25-21B0-0E326D60B5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12" y="1594197"/>
            <a:ext cx="2543175" cy="44958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AA0F64-C621-5093-DDC2-41906EC9C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2519" y="1514684"/>
            <a:ext cx="2371725" cy="2695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4916213-0B71-C464-4368-125A0D55F154}"/>
              </a:ext>
            </a:extLst>
          </p:cNvPr>
          <p:cNvSpPr/>
          <p:nvPr/>
        </p:nvSpPr>
        <p:spPr>
          <a:xfrm flipV="1">
            <a:off x="5162268" y="1627638"/>
            <a:ext cx="1983967" cy="43358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B4F8C26-7B6B-22AC-2952-0D1D41853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385" y="1050301"/>
            <a:ext cx="4980864" cy="457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5881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2728609-8D01-C327-60BB-0E6BD584F9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00456"/>
            <a:ext cx="2640331" cy="496685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FE8B0A3-BB58-866A-42BB-8770FBA77F66}"/>
              </a:ext>
            </a:extLst>
          </p:cNvPr>
          <p:cNvSpPr/>
          <p:nvPr/>
        </p:nvSpPr>
        <p:spPr>
          <a:xfrm flipV="1">
            <a:off x="5231337" y="987908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52164AF-3E54-B7E3-EBC4-724531091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417" y="520330"/>
            <a:ext cx="2645893" cy="496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8A31D-13EE-CADB-5226-65D201508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A8FD00C-08B5-926D-5C6F-641956269A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8F84BA2-C3CB-D06F-D82A-E560EE1FCDAB}"/>
              </a:ext>
            </a:extLst>
          </p:cNvPr>
          <p:cNvSpPr/>
          <p:nvPr/>
        </p:nvSpPr>
        <p:spPr>
          <a:xfrm flipV="1">
            <a:off x="5231337" y="2439021"/>
            <a:ext cx="2239367" cy="131797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9B525AA-1449-3C86-1AEA-98276ADA7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914" y="613670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9906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888CB-FD28-9584-AD4F-101C3C9BF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CE7DE68-48A4-033E-65C0-8C55107F6A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824850C-D4B2-FD5D-D163-3218A77D6117}"/>
              </a:ext>
            </a:extLst>
          </p:cNvPr>
          <p:cNvSpPr/>
          <p:nvPr/>
        </p:nvSpPr>
        <p:spPr>
          <a:xfrm flipV="1">
            <a:off x="5231337" y="3790742"/>
            <a:ext cx="2239367" cy="10993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E752ACA-1476-7725-3441-A8E51EC9D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73" y="765760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86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F2F7C-3ED2-E695-BEEA-645CCD68A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B7C33914-CE3F-AE00-68D5-BE15274ECC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222" y="630274"/>
            <a:ext cx="2640331" cy="4966853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2E1FAD86-D865-4191-C9CF-BB3A828300FD}"/>
              </a:ext>
            </a:extLst>
          </p:cNvPr>
          <p:cNvSpPr/>
          <p:nvPr/>
        </p:nvSpPr>
        <p:spPr>
          <a:xfrm>
            <a:off x="5231337" y="4959626"/>
            <a:ext cx="2239367" cy="4273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D040F51-1BC3-2082-CBD8-B67FA2619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1679" y="-416997"/>
            <a:ext cx="2645893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0196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8CD32BEA-F260-8D21-A1D1-B0679D20C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337" y="1900031"/>
            <a:ext cx="3133725" cy="2362200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179BB3F-8914-703E-D3BC-8D3B311C4D0B}"/>
              </a:ext>
            </a:extLst>
          </p:cNvPr>
          <p:cNvSpPr/>
          <p:nvPr/>
        </p:nvSpPr>
        <p:spPr>
          <a:xfrm>
            <a:off x="5354128" y="2425146"/>
            <a:ext cx="2507724" cy="16697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5E82C53-88BC-E03E-A857-A0063E3C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479" y="1812001"/>
            <a:ext cx="3133616" cy="23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FFC4B-D084-C9B9-3AB8-9679A22FA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B508C4B-5B9F-EEF7-2B71-F3826D036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E5D8787-D90E-77A2-A00E-DA33BE4234E1}"/>
              </a:ext>
            </a:extLst>
          </p:cNvPr>
          <p:cNvSpPr/>
          <p:nvPr/>
        </p:nvSpPr>
        <p:spPr>
          <a:xfrm>
            <a:off x="4926746" y="934275"/>
            <a:ext cx="2507724" cy="22760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A3C5FAA-B35F-B074-9410-C3A9EF3EA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297" y="344828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334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AEEA-5AE3-DBF3-135C-60B6D94FD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A7DF0AA-BE7F-C4D1-9050-722A5A1F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999FEC9-0243-EFA9-B288-D2FFA20B7B7F}"/>
              </a:ext>
            </a:extLst>
          </p:cNvPr>
          <p:cNvSpPr/>
          <p:nvPr/>
        </p:nvSpPr>
        <p:spPr>
          <a:xfrm flipV="1">
            <a:off x="4926746" y="3210338"/>
            <a:ext cx="2507724" cy="156044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CB69C53-2149-77D8-7DD4-ED57B71B9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124" y="449254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28529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1D960-DDAD-6373-4B72-4FA8D0D3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5D9650-A1A2-F73A-135E-FED5F118B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5812" y="452437"/>
            <a:ext cx="3000375" cy="5953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414AF8-31A5-2984-2DEA-1664F94B54DF}"/>
              </a:ext>
            </a:extLst>
          </p:cNvPr>
          <p:cNvSpPr/>
          <p:nvPr/>
        </p:nvSpPr>
        <p:spPr>
          <a:xfrm>
            <a:off x="4926746" y="4800600"/>
            <a:ext cx="2507724" cy="13815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82A42A-9CC7-DF7A-FE9F-22BB04CDB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06" y="225823"/>
            <a:ext cx="2999492" cy="5956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65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1C284-C2A0-3E10-72E3-53AACA51C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6326D1D7-C883-0FCC-8A0C-6801451B4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257300"/>
            <a:ext cx="272415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896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8285A-4D39-EBD6-F4C8-BA432FE5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0122182-AACF-4E20-530C-5AC0D865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857375"/>
            <a:ext cx="3048000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7593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2546D-C15A-93F5-5C05-CDB698A42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1C587A2-523A-41C6-4F2E-F1983416C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B0FF27-A6CE-F7A8-76C7-E613A8ECCFD5}"/>
              </a:ext>
            </a:extLst>
          </p:cNvPr>
          <p:cNvSpPr/>
          <p:nvPr/>
        </p:nvSpPr>
        <p:spPr>
          <a:xfrm>
            <a:off x="7106479" y="2673626"/>
            <a:ext cx="2763078" cy="1500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BCE7D84F-51CA-9991-9ED0-5BB3E6C2B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2443" y="2018170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7998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F3AD-96E8-4A2E-8EE7-F6AD0A337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1599F1C-C05B-20F5-758B-8161206E8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7331" y="1857375"/>
            <a:ext cx="3048000" cy="3143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35770A0-F7A1-9AE7-9D0A-246DC1910557}"/>
              </a:ext>
            </a:extLst>
          </p:cNvPr>
          <p:cNvSpPr/>
          <p:nvPr/>
        </p:nvSpPr>
        <p:spPr>
          <a:xfrm>
            <a:off x="8816010" y="2087218"/>
            <a:ext cx="1043607" cy="506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8BCB97-CBD8-3A09-AB17-E4C970D00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459" y="1860913"/>
            <a:ext cx="3048264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59314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6CCE2-0EB0-D554-E15B-1B604363A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193C2D56-5FD2-8E63-3CFC-E9FED4720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3387" y="1466850"/>
            <a:ext cx="3705225" cy="39243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0C8B24-C78C-6242-E743-70BDC30D01EB}"/>
              </a:ext>
            </a:extLst>
          </p:cNvPr>
          <p:cNvSpPr/>
          <p:nvPr/>
        </p:nvSpPr>
        <p:spPr>
          <a:xfrm>
            <a:off x="4243387" y="1555268"/>
            <a:ext cx="3628404" cy="4822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876CE2C-DC78-0117-2FD4-7E25FFB39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672" y="1555268"/>
            <a:ext cx="3718882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76648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E15AD-5D21-9DF2-6383-663709289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6AD33A4E-8925-59D7-5724-4370DF351D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747" y="919369"/>
            <a:ext cx="2820773" cy="4497457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BD2D63-6B9A-7570-56F9-EE800633EBE8}"/>
              </a:ext>
            </a:extLst>
          </p:cNvPr>
          <p:cNvSpPr/>
          <p:nvPr/>
        </p:nvSpPr>
        <p:spPr>
          <a:xfrm>
            <a:off x="5025011" y="4944513"/>
            <a:ext cx="2634491" cy="3482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927A06C-F959-3479-E1CB-81B213AF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14" y="990538"/>
            <a:ext cx="2822693" cy="44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862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877</TotalTime>
  <Words>2</Words>
  <Application>Microsoft Office PowerPoint</Application>
  <PresentationFormat>ワイド画面</PresentationFormat>
  <Paragraphs>1</Paragraphs>
  <Slides>59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59</vt:i4>
      </vt:variant>
    </vt:vector>
  </HeadingPairs>
  <TitlesOfParts>
    <vt:vector size="63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30</cp:revision>
  <dcterms:created xsi:type="dcterms:W3CDTF">2026-09-04T16:32:46Z</dcterms:created>
  <dcterms:modified xsi:type="dcterms:W3CDTF">2026-09-06T15:51:19Z</dcterms:modified>
</cp:coreProperties>
</file>