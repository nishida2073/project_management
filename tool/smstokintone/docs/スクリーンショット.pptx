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32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326" r:id="rId23"/>
    <p:sldId id="276" r:id="rId24"/>
    <p:sldId id="32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301" r:id="rId39"/>
    <p:sldId id="303" r:id="rId40"/>
    <p:sldId id="302" r:id="rId41"/>
    <p:sldId id="292" r:id="rId42"/>
    <p:sldId id="310" r:id="rId43"/>
    <p:sldId id="305" r:id="rId44"/>
    <p:sldId id="311" r:id="rId45"/>
    <p:sldId id="312" r:id="rId46"/>
    <p:sldId id="306" r:id="rId47"/>
    <p:sldId id="313" r:id="rId48"/>
    <p:sldId id="314" r:id="rId49"/>
    <p:sldId id="315" r:id="rId50"/>
    <p:sldId id="307" r:id="rId51"/>
    <p:sldId id="316" r:id="rId52"/>
    <p:sldId id="320" r:id="rId53"/>
    <p:sldId id="321" r:id="rId54"/>
    <p:sldId id="317" r:id="rId55"/>
    <p:sldId id="322" r:id="rId56"/>
    <p:sldId id="324" r:id="rId57"/>
    <p:sldId id="323" r:id="rId58"/>
    <p:sldId id="325" r:id="rId59"/>
    <p:sldId id="319" r:id="rId6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5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5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図 68">
            <a:extLst>
              <a:ext uri="{FF2B5EF4-FFF2-40B4-BE49-F238E27FC236}">
                <a16:creationId xmlns:a16="http://schemas.microsoft.com/office/drawing/2014/main" id="{9BEFA6FF-0FE5-81A3-EE2C-AEE867EF29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185" y="1378592"/>
            <a:ext cx="3486150" cy="18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1B7BBC0-1B0F-724D-FCD6-D48003A3C2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9498" y="1895061"/>
            <a:ext cx="302895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D62ABA2-3B45-3845-8760-88B457815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A44A9DD-9335-789E-1AB6-1200E52AB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4422560"/>
            <a:ext cx="2891459" cy="696092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A4AD4091-8365-411B-DFC2-8A43A14452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071" y="558040"/>
            <a:ext cx="3094466" cy="3427551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EAD4E5D-FF86-8AE7-081F-08F127DEF1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66" y="-195470"/>
            <a:ext cx="3328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666B986-2B04-744D-74C2-0BF865743B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478" y="1386860"/>
            <a:ext cx="3432072" cy="3801497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6832600" y="1490662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F452A188-44F0-72F5-31DD-EB04778D1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62" y="1490662"/>
            <a:ext cx="3432345" cy="379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F7ACCB-F1AB-0E56-B6C1-68F03EDC91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450" y="2776537"/>
            <a:ext cx="3467100" cy="13049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6858000" y="2879195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36BD1B7-5C20-6E1F-0F4A-2835BBDB0F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478" y="1386861"/>
            <a:ext cx="3307269" cy="366326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4411134" y="1928191"/>
            <a:ext cx="3181613" cy="25344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EDDE5EA-7693-741C-4CC9-CFEBEA63C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83" y="1366471"/>
            <a:ext cx="3328704" cy="3657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B3951A7-E4C4-E20D-730D-0A33F2116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2F403DD7-F8CF-6B59-BA89-8FDA908315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071" y="558040"/>
            <a:ext cx="3094466" cy="3427551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05867" y="3533545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38EDDC7-3B82-D3C2-74CC-B3DD39CAD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4422560"/>
            <a:ext cx="2891459" cy="696092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7E95EA0B-C68E-4882-2844-4A4D2BA95F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4655" y="104545"/>
            <a:ext cx="3328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BC5ABCD-250D-981F-8A2E-B76ABD539B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18564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18564" y="47583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66A02DAD-BDA7-8FFE-554E-8F8DDA8737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99" y="2059313"/>
            <a:ext cx="2891459" cy="696092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E30562ED-21B6-AFFB-B84F-37C699624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70" y="169469"/>
            <a:ext cx="3328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3444AFB-53AA-44DD-D324-C6DA33371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53BD1708-87A1-818D-E56C-2E5E76BF1F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4762618"/>
            <a:ext cx="273230" cy="2880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B0961D2-1840-3CBE-1965-F8F80920B546}"/>
              </a:ext>
            </a:extLst>
          </p:cNvPr>
          <p:cNvSpPr/>
          <p:nvPr/>
        </p:nvSpPr>
        <p:spPr>
          <a:xfrm>
            <a:off x="4610924" y="476261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3E7332C-0420-B7B8-C37A-E856813E5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3306534"/>
            <a:ext cx="273230" cy="28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A1EB59D-4D2C-E378-D0D7-3347F47627CB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A10FADA-461E-58DB-661C-F7123EC48F78}"/>
              </a:ext>
            </a:extLst>
          </p:cNvPr>
          <p:cNvSpPr/>
          <p:nvPr/>
        </p:nvSpPr>
        <p:spPr>
          <a:xfrm>
            <a:off x="4610924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0DF2528F-77D5-26A1-630C-06F81655DD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1816" y="2059313"/>
            <a:ext cx="2891459" cy="69609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29C5513-A213-B522-BF8A-DF37C7603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253" y="0"/>
            <a:ext cx="3328416" cy="6858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4CA5277-5D92-C342-2734-C34A641F9E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99" y="2059313"/>
            <a:ext cx="2891459" cy="6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BF86A5E-BC63-AFE8-CAC0-B5C0447CE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EA1F8F1D-54C2-7F01-29A9-56B77BCBDD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99" y="2059313"/>
            <a:ext cx="2891459" cy="69609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433827" y="2082801"/>
            <a:ext cx="3253906" cy="35136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FA95D39-489B-903A-0789-A561F93F9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113" y="-354496"/>
            <a:ext cx="33406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F7309A68-6820-1C20-9A19-459F9526C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381125"/>
            <a:ext cx="3352800" cy="409575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AD4348B2-103F-EC27-AC43-0E7559B524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99" y="3281826"/>
            <a:ext cx="2891459" cy="696092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5784573" y="4323521"/>
            <a:ext cx="685801" cy="61622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5BD5A7D-C313-2D9F-EBA3-CA5370597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66" y="1386104"/>
            <a:ext cx="3353091" cy="4090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A7E717CA-FE0F-BC9E-D021-6420DCFB78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533400"/>
            <a:ext cx="2819400" cy="57912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780722" y="5883964"/>
            <a:ext cx="2670994" cy="3581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CD862C4-888C-FD3E-BD86-152468AC2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2380" y="92262"/>
            <a:ext cx="2816596" cy="5791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25A0294-4BA9-7C1B-CFC3-E12A1368F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312" y="1838325"/>
            <a:ext cx="3381375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F57276-F45F-35FB-A6F9-4803E11BAE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569296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275F847-8715-4CF9-B23F-309C5F88B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2E1B11-1C32-DE7E-705E-68EFFB582E15}"/>
              </a:ext>
            </a:extLst>
          </p:cNvPr>
          <p:cNvSpPr/>
          <p:nvPr/>
        </p:nvSpPr>
        <p:spPr>
          <a:xfrm flipV="1">
            <a:off x="6110230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CE1C86F-394D-7228-5D09-A46AC40F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2338387"/>
            <a:ext cx="2886075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E330668-03B5-F00F-B108-63EF0390D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5" y="80962"/>
            <a:ext cx="3067050" cy="669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5F6CE8B-2790-22AC-0DA5-79332988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F0CC4CA-10AB-F250-26FF-1BD214F3E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8523" y="685722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F66498-02B6-803C-8EC4-72E4229DD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FED170-6486-82D1-926C-971B1C2A5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A8B7C09-9840-05FC-6F12-78BB906A1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D63C66-7924-2485-8225-5E0EB6F2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C587D60-F13D-FDAD-3F95-2700F6882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1600200"/>
            <a:ext cx="25527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9CF213C-6F52-C635-52F7-555AC5AAE290}"/>
              </a:ext>
            </a:extLst>
          </p:cNvPr>
          <p:cNvGrpSpPr/>
          <p:nvPr/>
        </p:nvGrpSpPr>
        <p:grpSpPr>
          <a:xfrm>
            <a:off x="5609988" y="490883"/>
            <a:ext cx="2457864" cy="6553568"/>
            <a:chOff x="8280744" y="821267"/>
            <a:chExt cx="2457864" cy="6553568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79935E4-34CB-3737-C3F4-0EF75BBCC9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90683" y="4488760"/>
              <a:ext cx="2447925" cy="2886075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60F57E4C-30BF-C84D-9FB8-C9FE5BF89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80744" y="821267"/>
              <a:ext cx="2428875" cy="3771900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821641" y="843037"/>
            <a:ext cx="2070503" cy="2683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BE516B0B-C894-AAA4-5DED-7EF92B70D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5235" y="304232"/>
            <a:ext cx="2456901" cy="6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4FEB9F6-7ADC-685D-3632-36999C6781A3}"/>
              </a:ext>
            </a:extLst>
          </p:cNvPr>
          <p:cNvGrpSpPr/>
          <p:nvPr/>
        </p:nvGrpSpPr>
        <p:grpSpPr>
          <a:xfrm>
            <a:off x="5609988" y="490883"/>
            <a:ext cx="2457864" cy="6553568"/>
            <a:chOff x="8280744" y="821267"/>
            <a:chExt cx="2457864" cy="6553568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DB559D7-0F95-120A-E8F0-5D664548D1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90683" y="4488760"/>
              <a:ext cx="2447925" cy="288607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2DEF7F03-E5A0-04F6-4316-27BFB0DAE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80744" y="821267"/>
              <a:ext cx="2428875" cy="3771900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F87F48-14B4-BAF8-87C8-25F6DB354650}"/>
              </a:ext>
            </a:extLst>
          </p:cNvPr>
          <p:cNvSpPr/>
          <p:nvPr/>
        </p:nvSpPr>
        <p:spPr>
          <a:xfrm>
            <a:off x="5821641" y="3526969"/>
            <a:ext cx="2070503" cy="6314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4DCECAD6-3210-D50E-6F85-C64055AEA4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835" y="0"/>
            <a:ext cx="2456901" cy="6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63631D7-D654-644F-E737-242A0458E127}"/>
              </a:ext>
            </a:extLst>
          </p:cNvPr>
          <p:cNvGrpSpPr/>
          <p:nvPr/>
        </p:nvGrpSpPr>
        <p:grpSpPr>
          <a:xfrm>
            <a:off x="5609988" y="490883"/>
            <a:ext cx="2457864" cy="6553568"/>
            <a:chOff x="8280744" y="821267"/>
            <a:chExt cx="2457864" cy="6553568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2B8740A-0B20-C736-CA4A-D0FD94CE9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90683" y="4488760"/>
              <a:ext cx="2447925" cy="288607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3BA04357-94AD-7447-4C80-33771764A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80744" y="821267"/>
              <a:ext cx="2428875" cy="3771900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721F23-F54A-41D7-6FB4-982D4B131521}"/>
              </a:ext>
            </a:extLst>
          </p:cNvPr>
          <p:cNvSpPr/>
          <p:nvPr/>
        </p:nvSpPr>
        <p:spPr>
          <a:xfrm flipV="1">
            <a:off x="5821641" y="4158374"/>
            <a:ext cx="2070503" cy="273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4D9CC98-6024-AADC-6CD1-AC8ED4374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5892" y="-729627"/>
            <a:ext cx="2456901" cy="6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6BF57A8-48A0-BAC5-33B3-838462194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186" y="1871738"/>
            <a:ext cx="2644958" cy="3767062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5116285" y="2253341"/>
            <a:ext cx="2166257" cy="10667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97C258A-778E-FA4C-5DC1-0D6C9992D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293" y="1436312"/>
            <a:ext cx="2645893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CB37C85-589F-9FAB-6E95-5DAAB59FFD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186" y="1871738"/>
            <a:ext cx="2644958" cy="376706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9934DA8-5692-391E-CDB3-1E02224D97F3}"/>
              </a:ext>
            </a:extLst>
          </p:cNvPr>
          <p:cNvSpPr/>
          <p:nvPr/>
        </p:nvSpPr>
        <p:spPr>
          <a:xfrm flipV="1">
            <a:off x="5007963" y="3309257"/>
            <a:ext cx="2250088" cy="2209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1A1A67C-2BE5-7C0B-9A55-26455B4FE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024" y="1751402"/>
            <a:ext cx="2645893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6C5CDFE-490C-676C-ABA3-681F6A605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1F88791-F824-0F99-C586-4CA7AEB22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6620" y="1040362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9D3C31D-4BC5-79E2-65DD-071CDCDBE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E370395-8266-935F-E8C7-13DF6EBF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0099" y="1139753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3B14AEE-91EA-CD25-21B0-0E326D60B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5162268" y="1627638"/>
            <a:ext cx="1983967" cy="43358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4F8C26-7B6B-22AC-2952-0D1D4185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385" y="1050301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436D38D-243D-2F72-C3B2-725C08F22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08361"/>
            <a:ext cx="2830706" cy="507349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C25E90A-1EBA-517F-796B-20F9E1F74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957" y="732049"/>
            <a:ext cx="2834886" cy="50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4AFE788-C017-2E42-8FBF-E44297BF3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BB64A7C-8E30-3464-CBA0-C636AB8C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461" y="892844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A0B4AEE-CDC6-A703-09A9-7F206ACD1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085E0C4-0B32-FAF1-0B39-6B80C7B16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618" y="465461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77C8267-8038-575A-DC4D-29E16F78E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911" y="528239"/>
            <a:ext cx="2830706" cy="507349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562A-994E-8F84-48DC-49FAE2177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440" y="455523"/>
            <a:ext cx="2828789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D32BEA-F260-8D21-A1D1-B0679D20C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337" y="1900031"/>
            <a:ext cx="3133725" cy="23622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425146"/>
            <a:ext cx="2507724" cy="1669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5E82C53-88BC-E03E-A857-A0063E3C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9" y="1812001"/>
            <a:ext cx="3133616" cy="23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6326D1D7-C883-0FCC-8A0C-6801451B4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257300"/>
            <a:ext cx="272415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22182-AACF-4E20-530C-5AC0D865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857375"/>
            <a:ext cx="3048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1C587A2-523A-41C6-4F2E-F1983416C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673626"/>
            <a:ext cx="2763078" cy="1500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E7D84F-51CA-9991-9ED0-5BB3E6C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443" y="2018170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1599F1C-C05B-20F5-758B-8161206E8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16010" y="2087218"/>
            <a:ext cx="1043607" cy="506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8BCB97-CBD8-3A09-AB17-E4C970D00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459" y="1860913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93C2D56-5FD2-8E63-3CFC-E9FED472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387" y="1466850"/>
            <a:ext cx="3705225" cy="3924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243387" y="1555268"/>
            <a:ext cx="3628404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876CE2C-DC78-0117-2FD4-7E25FFB39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2" y="1555268"/>
            <a:ext cx="3718882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AD33A4E-8925-59D7-5724-4370DF351D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747" y="919369"/>
            <a:ext cx="2820773" cy="4497457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5025011" y="4944513"/>
            <a:ext cx="2634491" cy="3482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927A06C-F959-3479-E1CB-81B213AF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114" y="990538"/>
            <a:ext cx="282269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887</TotalTime>
  <Words>2</Words>
  <Application>Microsoft Office PowerPoint</Application>
  <PresentationFormat>ワイド画面</PresentationFormat>
  <Paragraphs>1</Paragraphs>
  <Slides>59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59</vt:i4>
      </vt:variant>
    </vt:vector>
  </HeadingPairs>
  <TitlesOfParts>
    <vt:vector size="6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31</cp:revision>
  <dcterms:created xsi:type="dcterms:W3CDTF">2026-09-04T16:32:46Z</dcterms:created>
  <dcterms:modified xsi:type="dcterms:W3CDTF">2026-09-06T16:06:38Z</dcterms:modified>
</cp:coreProperties>
</file>