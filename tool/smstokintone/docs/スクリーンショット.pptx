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32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326" r:id="rId23"/>
    <p:sldId id="276" r:id="rId24"/>
    <p:sldId id="32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301" r:id="rId39"/>
    <p:sldId id="303" r:id="rId40"/>
    <p:sldId id="302" r:id="rId41"/>
    <p:sldId id="292" r:id="rId42"/>
    <p:sldId id="310" r:id="rId43"/>
    <p:sldId id="305" r:id="rId44"/>
    <p:sldId id="311" r:id="rId45"/>
    <p:sldId id="312" r:id="rId46"/>
    <p:sldId id="306" r:id="rId47"/>
    <p:sldId id="313" r:id="rId48"/>
    <p:sldId id="314" r:id="rId49"/>
    <p:sldId id="315" r:id="rId50"/>
    <p:sldId id="307" r:id="rId51"/>
    <p:sldId id="316" r:id="rId52"/>
    <p:sldId id="320" r:id="rId53"/>
    <p:sldId id="321" r:id="rId54"/>
    <p:sldId id="317" r:id="rId55"/>
    <p:sldId id="322" r:id="rId56"/>
    <p:sldId id="324" r:id="rId57"/>
    <p:sldId id="323" r:id="rId58"/>
    <p:sldId id="325" r:id="rId59"/>
    <p:sldId id="319" r:id="rId6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0" d="100"/>
          <a:sy n="70" d="100"/>
        </p:scale>
        <p:origin x="1094" y="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5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5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図 68">
            <a:extLst>
              <a:ext uri="{FF2B5EF4-FFF2-40B4-BE49-F238E27FC236}">
                <a16:creationId xmlns:a16="http://schemas.microsoft.com/office/drawing/2014/main" id="{9BEFA6FF-0FE5-81A3-EE2C-AEE867EF29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185" y="1378592"/>
            <a:ext cx="3486150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1B7BBC0-1B0F-724D-FCD6-D48003A3C2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498" y="1895061"/>
            <a:ext cx="302895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D62ABA2-3B45-3845-8760-88B457815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A44A9DD-9335-789E-1AB6-1200E52AB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4422560"/>
            <a:ext cx="2891459" cy="696092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A4AD4091-8365-411B-DFC2-8A43A14452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071" y="558040"/>
            <a:ext cx="3094466" cy="3427551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EAD4E5D-FF86-8AE7-081F-08F127DEF1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66" y="-195470"/>
            <a:ext cx="3328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666B986-2B04-744D-74C2-0BF865743B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478" y="1386860"/>
            <a:ext cx="3432072" cy="3801497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6832600" y="1490662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F452A188-44F0-72F5-31DD-EB04778D1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62" y="1490662"/>
            <a:ext cx="3432345" cy="379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F7ACCB-F1AB-0E56-B6C1-68F03EDC9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450" y="2776537"/>
            <a:ext cx="3467100" cy="13049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6858000" y="2879195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36BD1B7-5C20-6E1F-0F4A-2835BBDB0F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478" y="1386861"/>
            <a:ext cx="3307269" cy="366326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4411134" y="1928191"/>
            <a:ext cx="3181613" cy="25344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EDDE5EA-7693-741C-4CC9-CFEBEA63C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83" y="1366471"/>
            <a:ext cx="3328704" cy="3657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3951A7-E4C4-E20D-730D-0A33F2116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2F403DD7-F8CF-6B59-BA89-8FDA908315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071" y="558040"/>
            <a:ext cx="3094466" cy="3427551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05867" y="3533545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38EDDC7-3B82-D3C2-74CC-B3DD39CAD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4422560"/>
            <a:ext cx="2891459" cy="696092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7E95EA0B-C68E-4882-2844-4A4D2BA95F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4655" y="104545"/>
            <a:ext cx="3328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BC5ABCD-250D-981F-8A2E-B76ABD539B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18564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18564" y="47583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66A02DAD-BDA7-8FFE-554E-8F8DDA8737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2059313"/>
            <a:ext cx="2891459" cy="696092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E30562ED-21B6-AFFB-B84F-37C699624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70" y="169469"/>
            <a:ext cx="3328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3444AFB-53AA-44DD-D324-C6DA33371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53BD1708-87A1-818D-E56C-2E5E76BF1F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4762618"/>
            <a:ext cx="273230" cy="288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B0961D2-1840-3CBE-1965-F8F80920B546}"/>
              </a:ext>
            </a:extLst>
          </p:cNvPr>
          <p:cNvSpPr/>
          <p:nvPr/>
        </p:nvSpPr>
        <p:spPr>
          <a:xfrm>
            <a:off x="4610924" y="476261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E7332C-0420-B7B8-C37A-E856813E5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3306534"/>
            <a:ext cx="273230" cy="28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A1EB59D-4D2C-E378-D0D7-3347F47627CB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A10FADA-461E-58DB-661C-F7123EC48F78}"/>
              </a:ext>
            </a:extLst>
          </p:cNvPr>
          <p:cNvSpPr/>
          <p:nvPr/>
        </p:nvSpPr>
        <p:spPr>
          <a:xfrm>
            <a:off x="4610924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0DF2528F-77D5-26A1-630C-06F81655DD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1816" y="2059313"/>
            <a:ext cx="2891459" cy="69609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29C5513-A213-B522-BF8A-DF37C7603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253" y="0"/>
            <a:ext cx="3328416" cy="6858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4CA5277-5D92-C342-2734-C34A641F9E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2059313"/>
            <a:ext cx="2891459" cy="6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BF86A5E-BC63-AFE8-CAC0-B5C0447CE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EA1F8F1D-54C2-7F01-29A9-56B77BCBDD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2059313"/>
            <a:ext cx="2891459" cy="69609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433827" y="2082801"/>
            <a:ext cx="3253906" cy="35136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FA95D39-489B-903A-0789-A561F93F9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113" y="-354496"/>
            <a:ext cx="3340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F7309A68-6820-1C20-9A19-459F9526C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381125"/>
            <a:ext cx="3352800" cy="409575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AD4348B2-103F-EC27-AC43-0E7559B524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3281826"/>
            <a:ext cx="2891459" cy="696092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5784573" y="4323521"/>
            <a:ext cx="685801" cy="61622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5BD5A7D-C313-2D9F-EBA3-CA5370597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66" y="1386104"/>
            <a:ext cx="3353091" cy="4090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A7E717CA-FE0F-BC9E-D021-6420DCFB78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533400"/>
            <a:ext cx="2819400" cy="57912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780722" y="5883964"/>
            <a:ext cx="2670994" cy="358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CD862C4-888C-FD3E-BD86-152468AC2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2380" y="92262"/>
            <a:ext cx="2816596" cy="5791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25A0294-4BA9-7C1B-CFC3-E12A1368F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312" y="1838325"/>
            <a:ext cx="3381375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F57276-F45F-35FB-A6F9-4803E11BA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569296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275F847-8715-4CF9-B23F-309C5F88B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2E1B11-1C32-DE7E-705E-68EFFB582E15}"/>
              </a:ext>
            </a:extLst>
          </p:cNvPr>
          <p:cNvSpPr/>
          <p:nvPr/>
        </p:nvSpPr>
        <p:spPr>
          <a:xfrm flipV="1">
            <a:off x="6110230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CE1C86F-394D-7228-5D09-A46AC40F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2338387"/>
            <a:ext cx="288607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E330668-03B5-F00F-B108-63EF0390D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80962"/>
            <a:ext cx="3067050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5F6CE8B-2790-22AC-0DA5-79332988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0CC4CA-10AB-F250-26FF-1BD214F3E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523" y="685722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F66498-02B6-803C-8EC4-72E4229DD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FED170-6486-82D1-926C-971B1C2A5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A8B7C09-9840-05FC-6F12-78BB906A1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D63C66-7924-2485-8225-5E0EB6F2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587D60-F13D-FDAD-3F95-2700F688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600200"/>
            <a:ext cx="25527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9CF213C-6F52-C635-52F7-555AC5AAE290}"/>
              </a:ext>
            </a:extLst>
          </p:cNvPr>
          <p:cNvGrpSpPr/>
          <p:nvPr/>
        </p:nvGrpSpPr>
        <p:grpSpPr>
          <a:xfrm>
            <a:off x="5609988" y="490883"/>
            <a:ext cx="2457864" cy="6553568"/>
            <a:chOff x="8280744" y="821267"/>
            <a:chExt cx="2457864" cy="6553568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79935E4-34CB-3737-C3F4-0EF75BBCC9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90683" y="4488760"/>
              <a:ext cx="2447925" cy="2886075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60F57E4C-30BF-C84D-9FB8-C9FE5BF89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80744" y="821267"/>
              <a:ext cx="2428875" cy="3771900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21641" y="843037"/>
            <a:ext cx="2070503" cy="2683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BE516B0B-C894-AAA4-5DED-7EF92B70D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5235" y="304232"/>
            <a:ext cx="2456901" cy="6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4FEB9F6-7ADC-685D-3632-36999C6781A3}"/>
              </a:ext>
            </a:extLst>
          </p:cNvPr>
          <p:cNvGrpSpPr/>
          <p:nvPr/>
        </p:nvGrpSpPr>
        <p:grpSpPr>
          <a:xfrm>
            <a:off x="5609988" y="490883"/>
            <a:ext cx="2457864" cy="6553568"/>
            <a:chOff x="8280744" y="821267"/>
            <a:chExt cx="2457864" cy="6553568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DB559D7-0F95-120A-E8F0-5D664548D1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90683" y="4488760"/>
              <a:ext cx="2447925" cy="288607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2DEF7F03-E5A0-04F6-4316-27BFB0DAE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80744" y="821267"/>
              <a:ext cx="2428875" cy="3771900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5821641" y="3526969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4DCECAD6-3210-D50E-6F85-C64055AEA4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835" y="0"/>
            <a:ext cx="2456901" cy="6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63631D7-D654-644F-E737-242A0458E127}"/>
              </a:ext>
            </a:extLst>
          </p:cNvPr>
          <p:cNvGrpSpPr/>
          <p:nvPr/>
        </p:nvGrpSpPr>
        <p:grpSpPr>
          <a:xfrm>
            <a:off x="5609988" y="490883"/>
            <a:ext cx="2457864" cy="6553568"/>
            <a:chOff x="8280744" y="821267"/>
            <a:chExt cx="2457864" cy="6553568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2B8740A-0B20-C736-CA4A-D0FD94CE9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90683" y="4488760"/>
              <a:ext cx="2447925" cy="288607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3BA04357-94AD-7447-4C80-33771764A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80744" y="821267"/>
              <a:ext cx="2428875" cy="3771900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5821641" y="4158374"/>
            <a:ext cx="2070503" cy="273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4D9CC98-6024-AADC-6CD1-AC8ED4374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5892" y="-729627"/>
            <a:ext cx="2456901" cy="6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6BF57A8-48A0-BAC5-33B3-838462194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186" y="1871738"/>
            <a:ext cx="2644958" cy="3767062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5116285" y="2253341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97C258A-778E-FA4C-5DC1-0D6C9992D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293" y="1436312"/>
            <a:ext cx="2645893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CB37C85-589F-9FAB-6E95-5DAAB59FFD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186" y="1871738"/>
            <a:ext cx="2644958" cy="376706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934DA8-5692-391E-CDB3-1E02224D97F3}"/>
              </a:ext>
            </a:extLst>
          </p:cNvPr>
          <p:cNvSpPr/>
          <p:nvPr/>
        </p:nvSpPr>
        <p:spPr>
          <a:xfrm flipV="1">
            <a:off x="5007963" y="3309257"/>
            <a:ext cx="2250088" cy="2209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1A1A67C-2BE5-7C0B-9A55-26455B4FE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024" y="1751402"/>
            <a:ext cx="2645893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BABDD248-C57C-2741-429B-5D6B820AA6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0D4C0D31-B4EA-0E1C-18E2-2811FE2B6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AB87FA6-BB56-94B8-533A-64ECDF07E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244" y="1514684"/>
            <a:ext cx="2324100" cy="44958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4893911" y="1514683"/>
            <a:ext cx="2064766" cy="4369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2728609-8D01-C327-60BB-0E6BD584F9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00456"/>
            <a:ext cx="2640331" cy="496685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52164AF-3E54-B7E3-EBC4-724531091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417" y="520330"/>
            <a:ext cx="2645893" cy="496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A8FD00C-08B5-926D-5C6F-641956269A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9B525AA-1449-3C86-1AEA-98276ADA7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914" y="613670"/>
            <a:ext cx="2645893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CE7DE68-48A4-033E-65C0-8C55107F6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E752ACA-1476-7725-3441-A8E51EC9D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73" y="765760"/>
            <a:ext cx="2645893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7C33914-CE3F-AE00-68D5-BE15274ECC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D040F51-1BC3-2082-CBD8-B67FA2619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1679" y="-416997"/>
            <a:ext cx="2645893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6326D1D7-C883-0FCC-8A0C-6801451B4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257300"/>
            <a:ext cx="272415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AD33A4E-8925-59D7-5724-4370DF351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747" y="919369"/>
            <a:ext cx="2820773" cy="4497457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5025011" y="494451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927A06C-F959-3479-E1CB-81B213AF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114" y="990538"/>
            <a:ext cx="282269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</TotalTime>
  <Words>2</Words>
  <Application>Microsoft Office PowerPoint</Application>
  <PresentationFormat>ワイド画面</PresentationFormat>
  <Paragraphs>1</Paragraphs>
  <Slides>59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59</vt:i4>
      </vt:variant>
    </vt:vector>
  </HeadingPairs>
  <TitlesOfParts>
    <vt:vector size="6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29</cp:revision>
  <dcterms:created xsi:type="dcterms:W3CDTF">2026-09-04T16:32:46Z</dcterms:created>
  <dcterms:modified xsi:type="dcterms:W3CDTF">2026-09-06T11:08:36Z</dcterms:modified>
</cp:coreProperties>
</file>