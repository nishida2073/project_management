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6" r:id="rId2"/>
    <p:sldId id="259" r:id="rId3"/>
    <p:sldId id="257" r:id="rId4"/>
    <p:sldId id="258" r:id="rId5"/>
    <p:sldId id="328" r:id="rId6"/>
    <p:sldId id="260" r:id="rId7"/>
    <p:sldId id="336" r:id="rId8"/>
    <p:sldId id="261" r:id="rId9"/>
    <p:sldId id="262" r:id="rId10"/>
    <p:sldId id="263" r:id="rId11"/>
    <p:sldId id="266" r:id="rId12"/>
    <p:sldId id="267" r:id="rId13"/>
    <p:sldId id="268" r:id="rId14"/>
    <p:sldId id="269" r:id="rId15"/>
    <p:sldId id="337" r:id="rId16"/>
    <p:sldId id="264" r:id="rId17"/>
    <p:sldId id="329" r:id="rId18"/>
    <p:sldId id="330" r:id="rId19"/>
    <p:sldId id="271" r:id="rId20"/>
    <p:sldId id="270" r:id="rId21"/>
    <p:sldId id="272" r:id="rId22"/>
    <p:sldId id="273" r:id="rId23"/>
    <p:sldId id="274" r:id="rId24"/>
    <p:sldId id="275" r:id="rId25"/>
    <p:sldId id="326" r:id="rId26"/>
    <p:sldId id="276" r:id="rId27"/>
    <p:sldId id="327" r:id="rId28"/>
    <p:sldId id="339" r:id="rId29"/>
    <p:sldId id="279" r:id="rId30"/>
    <p:sldId id="338" r:id="rId31"/>
    <p:sldId id="280" r:id="rId32"/>
    <p:sldId id="281" r:id="rId33"/>
    <p:sldId id="282" r:id="rId34"/>
    <p:sldId id="283" r:id="rId35"/>
    <p:sldId id="355" r:id="rId36"/>
    <p:sldId id="284" r:id="rId37"/>
    <p:sldId id="285" r:id="rId38"/>
    <p:sldId id="286" r:id="rId39"/>
    <p:sldId id="334" r:id="rId40"/>
    <p:sldId id="287" r:id="rId41"/>
    <p:sldId id="335" r:id="rId42"/>
    <p:sldId id="332" r:id="rId43"/>
    <p:sldId id="356" r:id="rId44"/>
    <p:sldId id="290" r:id="rId45"/>
    <p:sldId id="301" r:id="rId46"/>
    <p:sldId id="310" r:id="rId47"/>
    <p:sldId id="305" r:id="rId48"/>
    <p:sldId id="340" r:id="rId49"/>
    <p:sldId id="306" r:id="rId50"/>
    <p:sldId id="354" r:id="rId51"/>
    <p:sldId id="316" r:id="rId52"/>
    <p:sldId id="333" r:id="rId53"/>
    <p:sldId id="341" r:id="rId54"/>
    <p:sldId id="342" r:id="rId55"/>
    <p:sldId id="343" r:id="rId56"/>
    <p:sldId id="344" r:id="rId57"/>
    <p:sldId id="357" r:id="rId58"/>
    <p:sldId id="347" r:id="rId59"/>
    <p:sldId id="358" r:id="rId60"/>
    <p:sldId id="345" r:id="rId61"/>
    <p:sldId id="346" r:id="rId62"/>
    <p:sldId id="348" r:id="rId63"/>
    <p:sldId id="349" r:id="rId64"/>
    <p:sldId id="350" r:id="rId65"/>
    <p:sldId id="351" r:id="rId66"/>
    <p:sldId id="353" r:id="rId67"/>
    <p:sldId id="352" r:id="rId6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5068710" y="1351763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トップ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55A8083-F0F4-C6D5-6DA7-CC778E716921}"/>
              </a:ext>
            </a:extLst>
          </p:cNvPr>
          <p:cNvSpPr/>
          <p:nvPr/>
        </p:nvSpPr>
        <p:spPr>
          <a:xfrm>
            <a:off x="87747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SMS</a:t>
            </a:r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の検索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0AED846-E516-7F42-9A40-9B60E1B2DF9D}"/>
              </a:ext>
            </a:extLst>
          </p:cNvPr>
          <p:cNvSpPr/>
          <p:nvPr/>
        </p:nvSpPr>
        <p:spPr>
          <a:xfrm>
            <a:off x="7164331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アプリの設定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9D7762F-3B9A-7B47-EADA-FE6360EC533D}"/>
              </a:ext>
            </a:extLst>
          </p:cNvPr>
          <p:cNvSpPr/>
          <p:nvPr/>
        </p:nvSpPr>
        <p:spPr>
          <a:xfrm>
            <a:off x="9259952" y="2901165"/>
            <a:ext cx="2448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設定の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インポート・エクスポート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80CE52A0-0F4F-45DF-163D-404B63EB7E87}"/>
              </a:ext>
            </a:extLst>
          </p:cNvPr>
          <p:cNvSpPr/>
          <p:nvPr/>
        </p:nvSpPr>
        <p:spPr>
          <a:xfrm>
            <a:off x="506871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送信先の設定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C86C1DF-534C-DF83-A6B5-C6EEDA69246D}"/>
              </a:ext>
            </a:extLst>
          </p:cNvPr>
          <p:cNvSpPr/>
          <p:nvPr/>
        </p:nvSpPr>
        <p:spPr>
          <a:xfrm>
            <a:off x="297309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ログの一覧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C99493BD-5628-55BD-86BF-8A5C7435555E}"/>
              </a:ext>
            </a:extLst>
          </p:cNvPr>
          <p:cNvSpPr/>
          <p:nvPr/>
        </p:nvSpPr>
        <p:spPr>
          <a:xfrm>
            <a:off x="7175620" y="4521120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引き継ぎ内容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の設定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7DD9F9D4-E03F-C373-5DCF-7E75AB7AB2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5400000">
            <a:off x="3368389" y="300844"/>
            <a:ext cx="1009402" cy="4191240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D2B84F6-D345-0306-0F6B-C1A0E0528A0A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rot="5400000">
            <a:off x="4416199" y="1348654"/>
            <a:ext cx="1009402" cy="209562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51D7624F-BE35-597C-3D77-05F231B29F57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5457659" y="2396464"/>
            <a:ext cx="1015752" cy="635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1893ACFA-5990-C6DC-0549-9FA8B2FBF66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6511819" y="1348653"/>
            <a:ext cx="1009402" cy="209562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7E9EEAA5-FE9F-DC54-AC2D-E60957033E42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7721630" y="138843"/>
            <a:ext cx="1009402" cy="451524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30F5EBC2-1529-A0EB-92BC-2E9337A02B5D}"/>
              </a:ext>
            </a:extLst>
          </p:cNvPr>
          <p:cNvCxnSpPr>
            <a:cxnSpLocks/>
          </p:cNvCxnSpPr>
          <p:nvPr/>
        </p:nvCxnSpPr>
        <p:spPr>
          <a:xfrm rot="5400000">
            <a:off x="7530704" y="3987492"/>
            <a:ext cx="1079955" cy="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6" name="図 35">
            <a:extLst>
              <a:ext uri="{FF2B5EF4-FFF2-40B4-BE49-F238E27FC236}">
                <a16:creationId xmlns:a16="http://schemas.microsoft.com/office/drawing/2014/main" id="{D076426A-6B2F-CA3E-4EA0-17169AE70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38" y="1545172"/>
            <a:ext cx="10845724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FA3CCF6-552F-4B36-180F-909A9D58EC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64" y="1352550"/>
            <a:ext cx="2609850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72F541C-0D0B-4833-B51D-E2DBC69294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4057" y="934400"/>
            <a:ext cx="3382012" cy="5381596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1074629"/>
            <a:ext cx="3076575" cy="1454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F97B400-2F47-C06D-101E-271C899E95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5679" y="556760"/>
            <a:ext cx="3383573" cy="538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CDEEA67-173A-BC77-657B-030E467247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4057" y="934400"/>
            <a:ext cx="3382012" cy="5381596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754488"/>
            <a:ext cx="3076575" cy="31691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09911C5-7900-A0E6-DDAA-167C090B2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102" y="624493"/>
            <a:ext cx="3383573" cy="538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07CEBAB7-5A4B-628A-6076-3F2CF38C4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463" y="912060"/>
            <a:ext cx="2523963" cy="5194242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F37917A-995F-6DA5-3E66-2F0908470E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8802" y="915177"/>
            <a:ext cx="2524125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8467157" y="1187443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F928D926-25D0-CF3F-9C41-6200D139B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2828925"/>
            <a:ext cx="2457450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DE7EE-BD1F-131F-C4EA-53AD17686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7E5DC73-F15B-C6DF-4771-92EF52D3D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578" y="783344"/>
            <a:ext cx="3309977" cy="390375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E80FA94-ECD1-E551-8A72-8952949E17CC}"/>
              </a:ext>
            </a:extLst>
          </p:cNvPr>
          <p:cNvSpPr/>
          <p:nvPr/>
        </p:nvSpPr>
        <p:spPr>
          <a:xfrm>
            <a:off x="8467157" y="1187443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CD3D41A-6A46-2D54-0E34-213AFFDA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37" y="1478111"/>
            <a:ext cx="3310415" cy="390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8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68F23A-E05B-4137-F3E6-13AFF60BB7F4}"/>
              </a:ext>
            </a:extLst>
          </p:cNvPr>
          <p:cNvSpPr/>
          <p:nvPr/>
        </p:nvSpPr>
        <p:spPr>
          <a:xfrm>
            <a:off x="9936804" y="3338688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82589A1-46E5-D614-071C-2F2183A72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611" y="2829751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72079587-2A55-7474-65DB-A734497B81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209" y="1189744"/>
            <a:ext cx="3309977" cy="390375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616123" y="1975556"/>
            <a:ext cx="3137477" cy="26303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67358EC-8B24-B9E1-5742-0BC70F97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569" y="1576662"/>
            <a:ext cx="3310415" cy="390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D3A2763-BF57-3CC0-F103-CCCF47753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380" y="463940"/>
            <a:ext cx="2799642" cy="575775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7046847" y="3320239"/>
            <a:ext cx="2582576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A842D1F-2EA4-B884-272E-21B0D2203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46" y="548390"/>
            <a:ext cx="2798307" cy="5761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C8A6A04-E25F-4174-2822-3F855B127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7179" y="523875"/>
            <a:ext cx="2771775" cy="58102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7611358" y="2698044"/>
            <a:ext cx="2638954" cy="3251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F35997-CF5D-33D0-7D23-11320F1AF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835" y="524004"/>
            <a:ext cx="2780017" cy="580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A8745EF-85F6-95B1-D648-431E6C492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949" y="268309"/>
            <a:ext cx="3125258" cy="6589691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CB0877C-E768-2C5A-AB40-51E19011F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460" y="133826"/>
            <a:ext cx="3127519" cy="659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0AAF7053-8A87-07A3-B483-9A8B1B00C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223" y="525359"/>
            <a:ext cx="2687454" cy="5655067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6982055" y="5840871"/>
            <a:ext cx="2500612" cy="3508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BB518D0-19B3-2CFD-2F55-AB0944C3190A}"/>
              </a:ext>
            </a:extLst>
          </p:cNvPr>
          <p:cNvSpPr/>
          <p:nvPr/>
        </p:nvSpPr>
        <p:spPr>
          <a:xfrm>
            <a:off x="6982055" y="3197603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2C6DD0-D20D-637E-BBD5-173666BF54AB}"/>
              </a:ext>
            </a:extLst>
          </p:cNvPr>
          <p:cNvSpPr/>
          <p:nvPr/>
        </p:nvSpPr>
        <p:spPr>
          <a:xfrm>
            <a:off x="6982055" y="4375237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0EF9A040-281E-8F5F-5003-C4520CF10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038" y="584969"/>
            <a:ext cx="2688569" cy="568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BBF35-7310-F22F-B4FA-CDCC8B5E8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F5DFB923-84B6-85D0-BF9A-2B40C4016A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223" y="525359"/>
            <a:ext cx="2687454" cy="565506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BBD515A-E912-B0CE-97A5-00AD8386A4FB}"/>
              </a:ext>
            </a:extLst>
          </p:cNvPr>
          <p:cNvSpPr/>
          <p:nvPr/>
        </p:nvSpPr>
        <p:spPr>
          <a:xfrm>
            <a:off x="6982055" y="3197603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1E50FF6-7EE2-CE2E-7CB9-2340EC2026B4}"/>
              </a:ext>
            </a:extLst>
          </p:cNvPr>
          <p:cNvSpPr/>
          <p:nvPr/>
        </p:nvSpPr>
        <p:spPr>
          <a:xfrm>
            <a:off x="6982055" y="4375237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860856C-1699-661C-8F00-C6A7D71E2122}"/>
              </a:ext>
            </a:extLst>
          </p:cNvPr>
          <p:cNvSpPr/>
          <p:nvPr/>
        </p:nvSpPr>
        <p:spPr>
          <a:xfrm>
            <a:off x="6959477" y="1684680"/>
            <a:ext cx="12960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CCAEB4-453C-C06A-87FE-1BF08E995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826" y="656814"/>
            <a:ext cx="2688569" cy="56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5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3CB0C9B-6237-1D52-EB5D-BAC23DCED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012" y="417473"/>
            <a:ext cx="2773920" cy="6023054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8894354" y="1677907"/>
            <a:ext cx="12960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7573553" y="3299180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7573553" y="4591706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9BEEBA7-C3D6-313E-492C-8C4A0FD15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254" y="500446"/>
            <a:ext cx="2773920" cy="6029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5E03EE9-17C5-6F74-70E8-B5FCDD3DC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987" y="1366837"/>
            <a:ext cx="2486025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F6CEED6-BD9A-ED19-EF34-B3EAC4319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743" y="1181453"/>
            <a:ext cx="2486025" cy="41243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6600737" y="2360711"/>
            <a:ext cx="2332038" cy="2945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B11AC29-53D8-E7D0-CB83-E6588F218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863" y="1359228"/>
            <a:ext cx="2487384" cy="4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14E8B91-38B2-65E1-E578-69F3C8565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743" y="1181453"/>
            <a:ext cx="2486025" cy="41243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6614756" y="1477961"/>
            <a:ext cx="115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52DB119-D545-6FF1-E7FF-1E590A987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997" y="1542872"/>
            <a:ext cx="2487384" cy="4121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137656-1E68-CF61-E14B-9AC8D49C3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38" y="511175"/>
            <a:ext cx="2400300" cy="4210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7636488" y="2015065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9DB934C-EB43-9440-C946-F99FC5DDD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896" y="1461164"/>
            <a:ext cx="2402032" cy="420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B5A70DDC-4427-6007-5E29-D92645ACF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743" y="1181453"/>
            <a:ext cx="2486025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EAE9552-2E3F-A4B5-048A-B869B3667AFB}"/>
              </a:ext>
            </a:extLst>
          </p:cNvPr>
          <p:cNvSpPr/>
          <p:nvPr/>
        </p:nvSpPr>
        <p:spPr>
          <a:xfrm flipV="1">
            <a:off x="7777512" y="1477961"/>
            <a:ext cx="115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A8CC87C-2B65-4289-1BA8-BF9120C47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0797" y="1368373"/>
            <a:ext cx="2487384" cy="4121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5AC4D56-D6A4-66FA-19C6-503951C3A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7" y="2957512"/>
            <a:ext cx="2143125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42491E88-EA98-2CE3-BC97-BB5F4D03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423" y="2343678"/>
            <a:ext cx="2162175" cy="162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6850EF0-5DD1-C757-AD63-4822667824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350" y="1238250"/>
            <a:ext cx="2019300" cy="438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2C71767-5DED-ACC5-4072-BE6F5B36A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5643" y="1001181"/>
            <a:ext cx="2393868" cy="519424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7340799" y="1310715"/>
            <a:ext cx="2299912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A837DC8-EF60-BC7B-6943-141365EFB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168" y="831879"/>
            <a:ext cx="2389839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5CD0509-1031-043D-E904-E629820DF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4354" y="1001181"/>
            <a:ext cx="2393868" cy="5194242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58769B-B7A8-F62C-D566-DD06A27BF04E}"/>
              </a:ext>
            </a:extLst>
          </p:cNvPr>
          <p:cNvSpPr/>
          <p:nvPr/>
        </p:nvSpPr>
        <p:spPr>
          <a:xfrm flipV="1">
            <a:off x="8131021" y="1830004"/>
            <a:ext cx="61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BCC3EE89-9738-6ED7-6B8F-9736A02E5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980" y="831879"/>
            <a:ext cx="2395936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3964A6-3B31-C6BE-EC24-79FA512A37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5643" y="1001181"/>
            <a:ext cx="2393868" cy="519424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7C0A1AE-D8F2-3315-A61B-D2D481B46044}"/>
              </a:ext>
            </a:extLst>
          </p:cNvPr>
          <p:cNvSpPr/>
          <p:nvPr/>
        </p:nvSpPr>
        <p:spPr>
          <a:xfrm flipV="1">
            <a:off x="8774488" y="1830004"/>
            <a:ext cx="612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5D2BDA3-DC63-3B26-E807-41F5A32CE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462" y="1001181"/>
            <a:ext cx="2389839" cy="51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C120-0A0F-47B0-5B6D-C85801A2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6B96605-9527-C9B8-6ECE-686C1209A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5073" y="2278239"/>
            <a:ext cx="1819275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57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368330C-DFC1-F7E0-03D6-25EFC1536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1343025"/>
            <a:ext cx="1847850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4A934-B5B4-4F7C-A39F-A4AFB895D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C421E8E-1F5F-0AA6-B3A9-D02C3C7AB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7312" y="1600200"/>
            <a:ext cx="185737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704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E842101-0487-11F7-A4BF-C2A9F25E7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025" y="2238375"/>
            <a:ext cx="1885950" cy="2381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5186892" y="4265082"/>
            <a:ext cx="180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F9709DF-D060-7F4A-487F-21E554D88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126" y="2025339"/>
            <a:ext cx="1889924" cy="23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52D6-D2E6-1CBD-A7B2-64D8DDA4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4CAA400-13D2-19BF-4156-8E501D3002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5387" y="2709862"/>
            <a:ext cx="2181225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9449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33C8BD-AF9A-B525-033C-556B4F668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178" y="2724150"/>
            <a:ext cx="3028072" cy="172367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414016" y="4063999"/>
            <a:ext cx="2833452" cy="3838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41EB49-DABD-2FC2-EF4A-BC7B8ADBD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03" y="2173374"/>
            <a:ext cx="3029975" cy="1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4036C-1D18-A20F-F0EC-5EFBF2968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2884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ECE9B0D-EF81-F48D-CE61-AEF75B843C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573" y="1676400"/>
            <a:ext cx="23526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E2B22-E0F8-93E1-299C-A9D72D4E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D3B1588-9C5F-43CC-9329-4F77FEE141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329" y="1281289"/>
            <a:ext cx="2352675" cy="35528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BDB623-6D7E-7373-9A31-729FECC3DDAE}"/>
              </a:ext>
            </a:extLst>
          </p:cNvPr>
          <p:cNvSpPr/>
          <p:nvPr/>
        </p:nvSpPr>
        <p:spPr>
          <a:xfrm flipV="1">
            <a:off x="7961667" y="1614149"/>
            <a:ext cx="1980000" cy="282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D2381C4-0B12-E0A5-0445-5038D7841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236" y="2295329"/>
            <a:ext cx="2353260" cy="355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9221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8F4E4-E540-A59D-A6C6-CAC18A169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EF20245-D36F-5684-0D26-EB281EB6F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164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8D1C4-7F26-33D7-B881-ED19F822C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B83478D-C86A-73DB-44EE-73E5B035E3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462" y="2614612"/>
            <a:ext cx="1743075" cy="162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0400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F634BBF-9949-D077-A348-529E6DC3B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250" y="3684763"/>
            <a:ext cx="2095500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77E1BE69-6336-B9E6-DC93-F9B678526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537" y="1338262"/>
            <a:ext cx="2066925" cy="418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6CB5BFB-C627-FA35-5697-0B82BB5109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012" y="2405062"/>
            <a:ext cx="2085975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4">
            <a:extLst>
              <a:ext uri="{FF2B5EF4-FFF2-40B4-BE49-F238E27FC236}">
                <a16:creationId xmlns:a16="http://schemas.microsoft.com/office/drawing/2014/main" id="{D61FF3CE-17AF-4A87-E4F3-EF2A7B31B8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3623" y="1142999"/>
            <a:ext cx="216217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1E312-CCC9-8AFF-2425-65D0DF19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2D633608-953E-31D4-3F2D-C8B2A3F40C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1159051"/>
            <a:ext cx="2133600" cy="456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295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A0F71AD7-D141-EB37-8374-89A9F2FACF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012" y="1357312"/>
            <a:ext cx="20859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F5283-41E3-BDE2-FE26-DB765D29D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C4E88AA8-3E0A-5244-233C-BDE661471B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25" y="1833562"/>
            <a:ext cx="211455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625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23DCF010-50FF-2644-6949-5951EA56B5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25" y="1414462"/>
            <a:ext cx="2190750" cy="402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9E62E-D462-AC8C-7AA8-D7BD513A8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2256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F9850-41BC-12C4-D1B4-B1E43363D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3FB9D78-EF6D-519B-25F5-7B54278D7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482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F5497-ACF5-1B28-1C3C-E4AD643F2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83D6746-CED8-6513-0B93-DA74CFD4D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6AF7D9-1806-465C-3E08-1B2823A4706A}"/>
              </a:ext>
            </a:extLst>
          </p:cNvPr>
          <p:cNvSpPr/>
          <p:nvPr/>
        </p:nvSpPr>
        <p:spPr>
          <a:xfrm flipV="1">
            <a:off x="4989749" y="1151466"/>
            <a:ext cx="2320688" cy="699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FD6030B-6258-80C3-385F-255EBDA19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090" y="1151466"/>
            <a:ext cx="244470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885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5C0F7-1AEE-89F7-3DE4-4096503BB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655225-9DE5-55AD-730D-1FE8232CC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A3E8B70-898B-EAE8-2B93-2674C5223FF7}"/>
              </a:ext>
            </a:extLst>
          </p:cNvPr>
          <p:cNvSpPr/>
          <p:nvPr/>
        </p:nvSpPr>
        <p:spPr>
          <a:xfrm flipV="1">
            <a:off x="4935655" y="1806221"/>
            <a:ext cx="2320688" cy="5418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BF82F2A-046D-F6C3-B8F5-8E64D558B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991" y="720230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439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73140-9EEB-0184-2602-49E07748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4486B2E-1322-866D-8BAC-0B64F79E8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E36244-3050-8EB7-CF47-0530DBB1B0AB}"/>
              </a:ext>
            </a:extLst>
          </p:cNvPr>
          <p:cNvSpPr/>
          <p:nvPr/>
        </p:nvSpPr>
        <p:spPr>
          <a:xfrm flipV="1">
            <a:off x="4935655" y="2269067"/>
            <a:ext cx="2320688" cy="21900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4A97348-D4D5-F86A-C26F-9765E407E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982" y="1013741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481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4012C-495C-9CEA-7A2C-792703437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D03007-6F4A-66FE-82AE-11E0D13A84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6325" y="1766887"/>
            <a:ext cx="2419350" cy="3324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F169B25-DEE2-FB3A-DF79-A81767100C4A}"/>
              </a:ext>
            </a:extLst>
          </p:cNvPr>
          <p:cNvSpPr/>
          <p:nvPr/>
        </p:nvSpPr>
        <p:spPr>
          <a:xfrm flipV="1">
            <a:off x="4935655" y="3228622"/>
            <a:ext cx="2320688" cy="173848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62E35A2-D0B2-6AB4-334C-3DF24517B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220" y="1965252"/>
            <a:ext cx="2414225" cy="33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043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0E25-E180-E366-0BA4-1E5BE2198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0721EF0-DA82-D8DD-FF9C-B4AB35FEF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FFB999D-C6CD-C637-EC35-C18E9879C7F8}"/>
              </a:ext>
            </a:extLst>
          </p:cNvPr>
          <p:cNvSpPr/>
          <p:nvPr/>
        </p:nvSpPr>
        <p:spPr>
          <a:xfrm flipV="1">
            <a:off x="5249333" y="2912531"/>
            <a:ext cx="1783645" cy="8918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0BF8A5-B848-39B7-3A18-F9D095BE2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191" y="957297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745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AC7E6-F0FB-E556-3234-44C1A38F0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91DAAA3-D9A4-9296-685B-D515713CE0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6325" y="1766887"/>
            <a:ext cx="2419350" cy="33242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20D60F8-99A0-B996-22CE-69270BA643F0}"/>
              </a:ext>
            </a:extLst>
          </p:cNvPr>
          <p:cNvSpPr/>
          <p:nvPr/>
        </p:nvSpPr>
        <p:spPr>
          <a:xfrm flipV="1">
            <a:off x="5249333" y="3872086"/>
            <a:ext cx="1783645" cy="519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C044CC1-6586-D6F4-D269-6EB79D49B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265" y="2233360"/>
            <a:ext cx="2414225" cy="33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4781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56A1-5260-F7B0-DFF4-4D38999CD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06E56D6-3DDC-0E8E-26A2-0DBA44006C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6407147-E76D-10BC-2F3D-E2CE5A210CAB}"/>
              </a:ext>
            </a:extLst>
          </p:cNvPr>
          <p:cNvSpPr/>
          <p:nvPr/>
        </p:nvSpPr>
        <p:spPr>
          <a:xfrm>
            <a:off x="6358054" y="2517422"/>
            <a:ext cx="652346" cy="3273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D48ABA-782C-BF7C-12B8-42EF79030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8" y="957296"/>
            <a:ext cx="2426418" cy="52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2382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D45F2-9B59-833E-37D1-7261690EE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12D0696-B233-B775-89C3-EBBAFED292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820914"/>
            <a:ext cx="2428875" cy="5238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A1A766-A622-7111-1360-7738EB996F6D}"/>
              </a:ext>
            </a:extLst>
          </p:cNvPr>
          <p:cNvSpPr/>
          <p:nvPr/>
        </p:nvSpPr>
        <p:spPr>
          <a:xfrm>
            <a:off x="4935655" y="5746044"/>
            <a:ext cx="2320688" cy="31361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041D282-EBF2-5E73-3963-DA744934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5769" y="647646"/>
            <a:ext cx="2426418" cy="525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52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D4567-B401-1E97-7E64-96D511587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857128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B8B71-5077-F869-20CB-D1816E45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1031B3A-0C7E-38B8-2498-A45BA428F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1766887"/>
            <a:ext cx="2457450" cy="332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6466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0ECBE-4324-5AF3-AF7C-4AB9656E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D4F1B35-B4E1-548F-0391-5D7F0B6E11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9662" y="2495550"/>
            <a:ext cx="2352675" cy="18669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32102E-15D1-1EF6-9812-1EBC6E8871DF}"/>
              </a:ext>
            </a:extLst>
          </p:cNvPr>
          <p:cNvSpPr/>
          <p:nvPr/>
        </p:nvSpPr>
        <p:spPr>
          <a:xfrm flipV="1">
            <a:off x="5147734" y="3217331"/>
            <a:ext cx="1980000" cy="304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84914CB-02AB-E991-92A5-3FDCEF26A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236" y="1968250"/>
            <a:ext cx="2353260" cy="1871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9175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A5A3D-0025-FA55-ED46-9A96B944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F32DEC1-D456-4AA1-09FF-E9CD13EBF1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171700"/>
            <a:ext cx="2400300" cy="2514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17BFDF6-8A11-BCFC-EE50-B935400F7720}"/>
              </a:ext>
            </a:extLst>
          </p:cNvPr>
          <p:cNvSpPr/>
          <p:nvPr/>
        </p:nvSpPr>
        <p:spPr>
          <a:xfrm flipV="1">
            <a:off x="5147734" y="3217330"/>
            <a:ext cx="1980000" cy="9482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3B5821-1C5D-D814-942A-22F7CDC0F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718" y="2548245"/>
            <a:ext cx="2402032" cy="251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3469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0481D-31DF-77BE-71DE-D4F473F2C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46F7733-7808-EE2E-D39E-D5FBC8E5C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171700"/>
            <a:ext cx="2400300" cy="25146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FB7BDA0-E533-0ACF-A319-A7B15FC1C066}"/>
              </a:ext>
            </a:extLst>
          </p:cNvPr>
          <p:cNvSpPr/>
          <p:nvPr/>
        </p:nvSpPr>
        <p:spPr>
          <a:xfrm flipV="1">
            <a:off x="5159023" y="4199465"/>
            <a:ext cx="1980000" cy="304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5F85E5-2112-8E6A-9483-03D202E6A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967" y="2367622"/>
            <a:ext cx="2402032" cy="251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3977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534A-D7DB-99AF-935E-833ECF24B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69CE949-E09B-D474-B324-8A108F1C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562" y="2843212"/>
            <a:ext cx="2428875" cy="1171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5D2E99-8FF1-B53C-5AB6-BD5F4ECD2A78}"/>
              </a:ext>
            </a:extLst>
          </p:cNvPr>
          <p:cNvSpPr/>
          <p:nvPr/>
        </p:nvSpPr>
        <p:spPr>
          <a:xfrm flipV="1">
            <a:off x="5147733" y="3544710"/>
            <a:ext cx="2002579" cy="2935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D1FE08-C6C9-4001-B781-58F2FB900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102" y="3204750"/>
            <a:ext cx="2426418" cy="1176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976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1478</TotalTime>
  <Words>23</Words>
  <Application>Microsoft Office PowerPoint</Application>
  <PresentationFormat>ワイド画面</PresentationFormat>
  <Paragraphs>10</Paragraphs>
  <Slides>67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67</vt:i4>
      </vt:variant>
    </vt:vector>
  </HeadingPairs>
  <TitlesOfParts>
    <vt:vector size="72" baseType="lpstr">
      <vt:lpstr>BIZ UDゴシック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67</cp:revision>
  <dcterms:created xsi:type="dcterms:W3CDTF">2026-09-04T16:32:46Z</dcterms:created>
  <dcterms:modified xsi:type="dcterms:W3CDTF">2026-09-24T10:59:10Z</dcterms:modified>
</cp:coreProperties>
</file>