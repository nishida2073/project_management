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334" r:id="rId37"/>
    <p:sldId id="287" r:id="rId38"/>
    <p:sldId id="335" r:id="rId39"/>
    <p:sldId id="332" r:id="rId40"/>
    <p:sldId id="288" r:id="rId41"/>
    <p:sldId id="289" r:id="rId42"/>
    <p:sldId id="290" r:id="rId43"/>
    <p:sldId id="301" r:id="rId44"/>
    <p:sldId id="303" r:id="rId45"/>
    <p:sldId id="302" r:id="rId46"/>
    <p:sldId id="292" r:id="rId47"/>
    <p:sldId id="310" r:id="rId48"/>
    <p:sldId id="305" r:id="rId49"/>
    <p:sldId id="311" r:id="rId50"/>
    <p:sldId id="312" r:id="rId51"/>
    <p:sldId id="306" r:id="rId52"/>
    <p:sldId id="313" r:id="rId53"/>
    <p:sldId id="314" r:id="rId54"/>
    <p:sldId id="315" r:id="rId55"/>
    <p:sldId id="307" r:id="rId56"/>
    <p:sldId id="331" r:id="rId57"/>
    <p:sldId id="316" r:id="rId58"/>
    <p:sldId id="320" r:id="rId59"/>
    <p:sldId id="321" r:id="rId60"/>
    <p:sldId id="333" r:id="rId61"/>
    <p:sldId id="317" r:id="rId62"/>
    <p:sldId id="322" r:id="rId63"/>
    <p:sldId id="324" r:id="rId64"/>
    <p:sldId id="323" r:id="rId65"/>
    <p:sldId id="325" r:id="rId66"/>
    <p:sldId id="319" r:id="rId6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284" autoAdjust="0"/>
  </p:normalViewPr>
  <p:slideViewPr>
    <p:cSldViewPr snapToGrid="0">
      <p:cViewPr>
        <p:scale>
          <a:sx n="82" d="100"/>
          <a:sy n="82" d="100"/>
        </p:scale>
        <p:origin x="643" y="-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G"/><Relationship Id="rId2" Type="http://schemas.openxmlformats.org/officeDocument/2006/relationships/image" Target="../media/image82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G"/><Relationship Id="rId2" Type="http://schemas.openxmlformats.org/officeDocument/2006/relationships/image" Target="../media/image8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5068710" y="1351763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トップ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55A8083-F0F4-C6D5-6DA7-CC778E716921}"/>
              </a:ext>
            </a:extLst>
          </p:cNvPr>
          <p:cNvSpPr/>
          <p:nvPr/>
        </p:nvSpPr>
        <p:spPr>
          <a:xfrm>
            <a:off x="87747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SMS</a:t>
            </a:r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の検索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0AED846-E516-7F42-9A40-9B60E1B2DF9D}"/>
              </a:ext>
            </a:extLst>
          </p:cNvPr>
          <p:cNvSpPr/>
          <p:nvPr/>
        </p:nvSpPr>
        <p:spPr>
          <a:xfrm>
            <a:off x="7164331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アプリの設定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9D7762F-3B9A-7B47-EADA-FE6360EC533D}"/>
              </a:ext>
            </a:extLst>
          </p:cNvPr>
          <p:cNvSpPr/>
          <p:nvPr/>
        </p:nvSpPr>
        <p:spPr>
          <a:xfrm>
            <a:off x="9259952" y="2901165"/>
            <a:ext cx="2448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設定の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インポート・エクスポート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80CE52A0-0F4F-45DF-163D-404B63EB7E87}"/>
              </a:ext>
            </a:extLst>
          </p:cNvPr>
          <p:cNvSpPr/>
          <p:nvPr/>
        </p:nvSpPr>
        <p:spPr>
          <a:xfrm>
            <a:off x="506871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送信先の設定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C86C1DF-534C-DF83-A6B5-C6EEDA69246D}"/>
              </a:ext>
            </a:extLst>
          </p:cNvPr>
          <p:cNvSpPr/>
          <p:nvPr/>
        </p:nvSpPr>
        <p:spPr>
          <a:xfrm>
            <a:off x="2973090" y="2901165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ログの一覧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C99493BD-5628-55BD-86BF-8A5C7435555E}"/>
              </a:ext>
            </a:extLst>
          </p:cNvPr>
          <p:cNvSpPr/>
          <p:nvPr/>
        </p:nvSpPr>
        <p:spPr>
          <a:xfrm>
            <a:off x="7175620" y="4521120"/>
            <a:ext cx="180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引き継ぎ内容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の設定</a:t>
            </a:r>
            <a:endParaRPr lang="en-US" altLang="ja-JP" sz="1400" b="1" dirty="0">
              <a:solidFill>
                <a:schemeClr val="tx1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7DD9F9D4-E03F-C373-5DCF-7E75AB7AB2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5400000">
            <a:off x="3368389" y="300844"/>
            <a:ext cx="1009402" cy="4191240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8D2B84F6-D345-0306-0F6B-C1A0E0528A0A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 rot="5400000">
            <a:off x="4416199" y="1348654"/>
            <a:ext cx="1009402" cy="209562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51D7624F-BE35-597C-3D77-05F231B29F57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5457659" y="2396464"/>
            <a:ext cx="1015752" cy="635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1893ACFA-5990-C6DC-0549-9FA8B2FBF66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511819" y="1348653"/>
            <a:ext cx="1009402" cy="209562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7E9EEAA5-FE9F-DC54-AC2D-E60957033E42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721630" y="138843"/>
            <a:ext cx="1009402" cy="451524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30F5EBC2-1529-A0EB-92BC-2E9337A02B5D}"/>
              </a:ext>
            </a:extLst>
          </p:cNvPr>
          <p:cNvCxnSpPr>
            <a:cxnSpLocks/>
          </p:cNvCxnSpPr>
          <p:nvPr/>
        </p:nvCxnSpPr>
        <p:spPr>
          <a:xfrm rot="5400000">
            <a:off x="7530704" y="3987492"/>
            <a:ext cx="1079955" cy="0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図 35">
            <a:extLst>
              <a:ext uri="{FF2B5EF4-FFF2-40B4-BE49-F238E27FC236}">
                <a16:creationId xmlns:a16="http://schemas.microsoft.com/office/drawing/2014/main" id="{D076426A-6B2F-CA3E-4EA0-17169AE70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38" y="1545172"/>
            <a:ext cx="10845724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032ACD8-87DE-B5A2-C54A-641D80D19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04" y="761822"/>
            <a:ext cx="2476500" cy="49053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BAE6B9-FD2B-43C8-F1B4-A9653DB4D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0" y="1133191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DEF04-DE05-BCD1-E729-150EBF80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16D9A8E-A37B-01A3-3C85-EACFC1075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82" y="602613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35C4A0-9FD9-8272-3BF2-680E55A0F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40302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C332EF-8B02-F1F5-67E0-BA4568BF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8" y="975146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7AEA87-3E52-7D9F-D0A9-028D3114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798" y="871888"/>
            <a:ext cx="2409825" cy="4752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26BECE-7245-3600-33CA-10BA5ED8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09" y="1171553"/>
            <a:ext cx="241422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AE2795A-9530-FCC7-86E3-18CF4E692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1147E11-496D-B9BC-0545-DCEE5F47D357}"/>
              </a:ext>
            </a:extLst>
          </p:cNvPr>
          <p:cNvSpPr/>
          <p:nvPr/>
        </p:nvSpPr>
        <p:spPr>
          <a:xfrm flipV="1">
            <a:off x="6091769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A4A3BE-8FF5-C211-BA85-C32D4B8D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510" y="993738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52C08ED-5EF5-3323-B86A-C3053FDE8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2614612"/>
            <a:ext cx="2114550" cy="162877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E7DD4AD-C853-103D-CD2C-858F32F7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56" y="2756224"/>
            <a:ext cx="2109399" cy="16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6A6077F-26C9-8905-2498-FAD0A9F6A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790575"/>
            <a:ext cx="2466975" cy="52768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E5D71B5-8353-159A-A7E6-7B766031A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334" y="327730"/>
            <a:ext cx="2466975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8F131C7-07A9-8ECC-B7FC-5370BA5A9996}"/>
              </a:ext>
            </a:extLst>
          </p:cNvPr>
          <p:cNvGrpSpPr/>
          <p:nvPr/>
        </p:nvGrpSpPr>
        <p:grpSpPr>
          <a:xfrm>
            <a:off x="5577748" y="757559"/>
            <a:ext cx="3407762" cy="4503063"/>
            <a:chOff x="5577748" y="757559"/>
            <a:chExt cx="3407762" cy="450306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91AF953-2E58-450B-C395-A92D35038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57559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892C6FA-8CFF-E60C-57CA-6DE912670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A4AFD64-4992-3B64-A7ED-23D3956A9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20" y="1254270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1258F47-AB0C-48D7-9D6D-761925F014F0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0BE172D0-F5E0-3C1B-F6E7-A1567FF13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FBD6206-FF31-BAA2-AF0A-179041C69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AFD9191-7691-16E0-D1E0-E1F778F68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309" y="766577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CA49CA6-2C38-1055-8FA2-17655D6B32A8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67DF63C-D01F-8F55-4EE4-50D345569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F7B8F7-0479-8012-569F-004B0F801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2F8242F-4367-BE3A-8D6C-02C78EDF1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668" y="1176333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BF7BA4D-1C8B-C1A0-FF4B-4258B844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083" y="1474611"/>
            <a:ext cx="2627541" cy="283774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94D569C-ED7E-3105-BFE9-BF9BAE90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264" y="1477470"/>
            <a:ext cx="2627604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43ABE115-C978-FDA9-E4CD-351CEB006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159" y="3974859"/>
            <a:ext cx="2795375" cy="22114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7C7F156-4048-B9C9-6055-BC708369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346" y="2085413"/>
            <a:ext cx="2798307" cy="221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036C-1D18-A20F-F0EC-5EFBF2968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84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EC78A12-E00C-C7E9-DF7C-2433DF2CF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037" y="1114425"/>
            <a:ext cx="244792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2B22-E0F8-93E1-299C-A9D72D4E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C55459D-F62E-84BE-53C8-E3E55C7C6C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4837" y="2581275"/>
            <a:ext cx="3007623" cy="15165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BDB623-6D7E-7373-9A31-729FECC3DDAE}"/>
              </a:ext>
            </a:extLst>
          </p:cNvPr>
          <p:cNvSpPr/>
          <p:nvPr/>
        </p:nvSpPr>
        <p:spPr>
          <a:xfrm flipV="1">
            <a:off x="4662435" y="2901083"/>
            <a:ext cx="2618898" cy="36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5EA6F89-95A3-69B7-284F-332172707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152" y="3856759"/>
            <a:ext cx="3011685" cy="151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221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F4E4-E540-A59D-A6C6-CAC18A1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EF20245-D36F-5684-0D26-EB281EB6F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17B575-FAD5-D02B-C141-39BDA208C5CD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87DBB7C-A10C-F4DD-B83D-4105B3287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3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640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CD1176-A5ED-E135-D68A-882A210968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ED94132-6599-908A-6E05-913E0EF6DBD3}"/>
              </a:ext>
            </a:extLst>
          </p:cNvPr>
          <p:cNvSpPr/>
          <p:nvPr/>
        </p:nvSpPr>
        <p:spPr>
          <a:xfrm flipV="1">
            <a:off x="5238168" y="347697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6ED1A12-EA44-28C0-F5A6-CBE05EB9C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20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4906FB4-59AD-DCC4-7855-983DC351C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5349EF4-7D4A-FE18-DB48-DF7865E45C50}"/>
              </a:ext>
            </a:extLst>
          </p:cNvPr>
          <p:cNvSpPr/>
          <p:nvPr/>
        </p:nvSpPr>
        <p:spPr>
          <a:xfrm flipV="1">
            <a:off x="5238168" y="4605859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2ED9246-1320-B3AF-1A2B-ECD235CAF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714D473-B715-B228-1159-D8CA838EB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201333"/>
            <a:ext cx="2507724" cy="2765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31BFEDF-222E-E8CA-24DE-03101EB4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027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054A0-7104-EC54-EA25-9370C5F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214708-A4A6-AB52-7A9D-5E5A48C4C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183C815-DE49-981E-BC5C-7A1B907A5EDB}"/>
              </a:ext>
            </a:extLst>
          </p:cNvPr>
          <p:cNvSpPr/>
          <p:nvPr/>
        </p:nvSpPr>
        <p:spPr>
          <a:xfrm flipV="1">
            <a:off x="5354128" y="4967110"/>
            <a:ext cx="2507724" cy="17046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BD56D5C7-3B7C-6192-3D50-0B6B714AE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384" y="624275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307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E62E-D462-AC8C-7AA8-D7BD513A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256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BD288A6-8140-1918-53BC-A449E51CF6CA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074F746E-DECA-1836-0329-D6E6C741E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3EE9E1E-0D6D-408A-BF5B-94362489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471F83D-6595-2067-985E-86FBA6312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240" y="2231495"/>
            <a:ext cx="2931760" cy="304084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68E26EA-30CB-2F60-91E9-EE58A209C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63" y="1535383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8ED052F-D44B-9807-1E44-10BB3227B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797" y="1734783"/>
            <a:ext cx="2931760" cy="304084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562578"/>
            <a:ext cx="2590677" cy="14430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7AAA5B1-C948-C36F-76C8-FF522B87C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563" y="1910964"/>
            <a:ext cx="2932430" cy="303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2827DB6-27CE-3F24-926A-6924EE078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686" y="1908575"/>
            <a:ext cx="2931760" cy="304084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73067" y="2156178"/>
            <a:ext cx="925689" cy="4379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B6DA55-150F-6956-F740-E9DE521D2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052" y="1693427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7FF4176-92C0-7EF3-2849-013FA8F59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331" y="1661552"/>
            <a:ext cx="3332516" cy="35348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391331" y="1661552"/>
            <a:ext cx="3332516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C0FDFE0-92EB-41CB-ADAE-B5AEA4E95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36" y="1082224"/>
            <a:ext cx="3365284" cy="35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01914199-3BBA-2F7A-6757-BEBF94AAC2D7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EE03274-D8B1-5D8A-43F5-7399B5F1D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79758214-C9E9-2EC3-572B-D4BBE06C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657019" y="5462205"/>
            <a:ext cx="2880000" cy="3789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BF517F0-B1A9-E408-A4A8-EAEED6E2F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943" y="891543"/>
            <a:ext cx="2999492" cy="441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1116</TotalTime>
  <Words>23</Words>
  <Application>Microsoft Office PowerPoint</Application>
  <PresentationFormat>ワイド画面</PresentationFormat>
  <Paragraphs>10</Paragraphs>
  <Slides>66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66</vt:i4>
      </vt:variant>
    </vt:vector>
  </HeadingPairs>
  <TitlesOfParts>
    <vt:vector size="71" baseType="lpstr">
      <vt:lpstr>BIZ UDゴシック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47</cp:revision>
  <dcterms:created xsi:type="dcterms:W3CDTF">2026-09-04T16:32:46Z</dcterms:created>
  <dcterms:modified xsi:type="dcterms:W3CDTF">2026-09-20T23:50:57Z</dcterms:modified>
</cp:coreProperties>
</file>