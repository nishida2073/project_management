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sldIdLst>
    <p:sldId id="256" r:id="rId2"/>
    <p:sldId id="259" r:id="rId3"/>
    <p:sldId id="257" r:id="rId4"/>
    <p:sldId id="258" r:id="rId5"/>
    <p:sldId id="328" r:id="rId6"/>
    <p:sldId id="260" r:id="rId7"/>
    <p:sldId id="336" r:id="rId8"/>
    <p:sldId id="261" r:id="rId9"/>
    <p:sldId id="262" r:id="rId10"/>
    <p:sldId id="263" r:id="rId11"/>
    <p:sldId id="266" r:id="rId12"/>
    <p:sldId id="267" r:id="rId13"/>
    <p:sldId id="268" r:id="rId14"/>
    <p:sldId id="269" r:id="rId15"/>
    <p:sldId id="337" r:id="rId16"/>
    <p:sldId id="264" r:id="rId17"/>
    <p:sldId id="329" r:id="rId18"/>
    <p:sldId id="330" r:id="rId19"/>
    <p:sldId id="271" r:id="rId20"/>
    <p:sldId id="270" r:id="rId21"/>
    <p:sldId id="272" r:id="rId22"/>
    <p:sldId id="273" r:id="rId23"/>
    <p:sldId id="274" r:id="rId24"/>
    <p:sldId id="275" r:id="rId25"/>
    <p:sldId id="326" r:id="rId26"/>
    <p:sldId id="276" r:id="rId27"/>
    <p:sldId id="327" r:id="rId28"/>
    <p:sldId id="278" r:id="rId29"/>
    <p:sldId id="339" r:id="rId30"/>
    <p:sldId id="279" r:id="rId31"/>
    <p:sldId id="338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334" r:id="rId40"/>
    <p:sldId id="287" r:id="rId41"/>
    <p:sldId id="335" r:id="rId42"/>
    <p:sldId id="332" r:id="rId43"/>
    <p:sldId id="290" r:id="rId44"/>
    <p:sldId id="301" r:id="rId45"/>
    <p:sldId id="310" r:id="rId46"/>
    <p:sldId id="305" r:id="rId47"/>
    <p:sldId id="340" r:id="rId48"/>
    <p:sldId id="306" r:id="rId49"/>
    <p:sldId id="354" r:id="rId50"/>
    <p:sldId id="316" r:id="rId51"/>
    <p:sldId id="333" r:id="rId52"/>
    <p:sldId id="341" r:id="rId53"/>
    <p:sldId id="342" r:id="rId54"/>
    <p:sldId id="343" r:id="rId55"/>
    <p:sldId id="344" r:id="rId56"/>
    <p:sldId id="347" r:id="rId57"/>
    <p:sldId id="345" r:id="rId58"/>
    <p:sldId id="346" r:id="rId59"/>
    <p:sldId id="348" r:id="rId60"/>
    <p:sldId id="349" r:id="rId61"/>
    <p:sldId id="350" r:id="rId62"/>
    <p:sldId id="351" r:id="rId63"/>
    <p:sldId id="353" r:id="rId64"/>
    <p:sldId id="352" r:id="rId6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284" autoAdjust="0"/>
  </p:normalViewPr>
  <p:slideViewPr>
    <p:cSldViewPr snapToGrid="0">
      <p:cViewPr varScale="1">
        <p:scale>
          <a:sx n="68" d="100"/>
          <a:sy n="68" d="100"/>
        </p:scale>
        <p:origin x="11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664234-FD8A-4A45-832D-EA9D63D2E844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15B7E8-AA9A-4423-B138-E3334F57F1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3184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5B7E8-AA9A-4423-B138-E3334F57F1F9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6335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A84E11-35A2-7B0B-EDF4-F8740AECA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46C241D-0D2C-A665-6957-3F4DB24E1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FFE914-DD8A-AA6D-0100-65A03E63C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D2F235-0F93-9F2D-6F0A-484B16C0D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D86A0C-9CC4-65EA-A97B-06D785373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6793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861C2B-2A7C-2DD6-9A7C-D7A51BBD9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2AE5C0-DF8C-2B4E-895E-7D6EE0266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FDE19E-EAE0-E555-112E-D0264E96C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D9DEC8-08A8-F1FB-DE67-EA13C4097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D0DD51-9F13-C990-EAE2-EDA58492A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7710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B55F2C-2B4D-9895-03F6-680B28F25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8E4CB07-7C1F-CD63-FAAC-2BA139783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850D2F-B75C-FDF1-E829-7B5AE9C6A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CFEB95-4A9D-AC9D-F4E8-C65C23CA3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EEFDBA-F932-1DEC-BD78-75DC4D29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9374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F6C977-6BB4-5BB9-0061-EE5703C37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1F2918-9F82-2F56-43B5-CB5DE82F94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07532A2-2E5F-C658-999F-5EE09E303A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3B28348-C3DA-FBBE-5F76-1C298844C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6429C30-D03D-3097-6D41-77CD98ABB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9F55D7-B04E-FA45-BF59-92EF62158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6270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73576C-9C80-D00E-940C-5DB5959AC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2096D7E-C438-5336-EB7B-D0E74DA3C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C8ADAB4-371B-A70A-1F70-894DD832C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3FE877B-B2F3-A9FB-86A0-75EF6A1AAC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6D4D551-288C-CF5C-38AC-DD30735161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F67EC7A-7CE0-D8C6-1DEB-B841ED15C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7907315-47F0-B09F-E8A4-96FA79C1C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59152C2-0654-4C1C-BE47-C731BBA16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6702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354ADD-CD24-3441-29AC-2B67F872F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EDB6177-E380-095E-B506-C102BAC48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D5BF503-1E66-C34E-6B83-2B9F8DE33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A1AB96E-6506-F94A-4791-E2F75F5B1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9740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0B24BC6-5D30-B46B-E84A-5EBDE873D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247332C-1BA4-29DB-36F8-EFEBA7821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EE878B9-E910-5BFB-BC7A-7384FBA0F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7595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E4BF99-FAB3-9FBD-6D35-B5245CFF5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66F36B-3ECF-983E-FBE2-985C4C328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C531C3E-F288-2F65-0A41-CA28F3D2D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6B0C9E-1B87-696B-1E63-21F34F571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5B9A5B4-B304-EA72-9B6C-03FEDD331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643FB90-8340-2619-4B0C-CE76DBB31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1527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267CB2-3AC8-CEF9-E0FE-6E4DF5C8F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19D4475-F870-1FED-7196-55A2194B2B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EFCF9DD-E8E9-2E11-DAA3-4709446C1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8916DC0-F31A-9E41-2399-D22392AD8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9F6CFD4-F22A-A94E-5958-DF7BEA8C9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BA8BB79-35E7-DAA4-F99E-8499D74C7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2047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72A0FB-70F6-E3F5-4A8D-466AFDD2C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F6FD0F6-BF44-11FE-C5E0-E62D2036E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AED3D8-012D-8D00-B32B-52DF8859D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B94869-3F59-CF4E-D282-B655D7C2B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127205-62A7-42B8-5811-E736B06D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014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60904EF-1C4B-22C0-7609-B811C52AA0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BE6C8E5-3DC6-B80C-B3E6-A60E1247A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6AF550-65E4-D096-40BC-942AD333C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BA0BC3-3481-25B8-1D92-6EFE48C87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371AEC-712F-C9F5-6436-F1F9C00D7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6056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63FB539-B248-DD52-FF5F-626FA6E9E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D1C7D5C-5C4E-02D2-D125-F4C8F4A93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736C42-4D8C-8C64-E98A-7F6C25F4FF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8909A-5A47-44E5-8560-CBEAA1DE666A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0B3609-D0CC-6287-3AAE-34E9BDA84F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48F574-4612-C02B-809A-6A314B55FE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453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05147EE-EDD2-D67D-8F55-57C75E8FC94F}"/>
              </a:ext>
            </a:extLst>
          </p:cNvPr>
          <p:cNvSpPr/>
          <p:nvPr/>
        </p:nvSpPr>
        <p:spPr>
          <a:xfrm>
            <a:off x="5068710" y="1351763"/>
            <a:ext cx="1800000" cy="540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solidFill>
                  <a:schemeClr val="tx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トップ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C55A8083-F0F4-C6D5-6DA7-CC778E716921}"/>
              </a:ext>
            </a:extLst>
          </p:cNvPr>
          <p:cNvSpPr/>
          <p:nvPr/>
        </p:nvSpPr>
        <p:spPr>
          <a:xfrm>
            <a:off x="877470" y="2901165"/>
            <a:ext cx="1800000" cy="540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>
                <a:solidFill>
                  <a:schemeClr val="tx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SMS</a:t>
            </a:r>
            <a:r>
              <a:rPr lang="ja-JP" altLang="en-US" sz="1400" b="1" dirty="0">
                <a:solidFill>
                  <a:schemeClr val="tx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の検索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0AED846-E516-7F42-9A40-9B60E1B2DF9D}"/>
              </a:ext>
            </a:extLst>
          </p:cNvPr>
          <p:cNvSpPr/>
          <p:nvPr/>
        </p:nvSpPr>
        <p:spPr>
          <a:xfrm>
            <a:off x="7164331" y="2901165"/>
            <a:ext cx="1800000" cy="540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solidFill>
                  <a:schemeClr val="tx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アプリの設定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9D7762F-3B9A-7B47-EADA-FE6360EC533D}"/>
              </a:ext>
            </a:extLst>
          </p:cNvPr>
          <p:cNvSpPr/>
          <p:nvPr/>
        </p:nvSpPr>
        <p:spPr>
          <a:xfrm>
            <a:off x="9259952" y="2901165"/>
            <a:ext cx="2448000" cy="540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solidFill>
                  <a:schemeClr val="tx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設定の</a:t>
            </a:r>
            <a:endParaRPr lang="en-US" altLang="ja-JP" sz="1400" b="1" dirty="0">
              <a:solidFill>
                <a:schemeClr val="tx1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algn="ctr"/>
            <a:r>
              <a:rPr lang="ja-JP" altLang="en-US" sz="1400" b="1" dirty="0">
                <a:solidFill>
                  <a:schemeClr val="tx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インポート・エクスポート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80CE52A0-0F4F-45DF-163D-404B63EB7E87}"/>
              </a:ext>
            </a:extLst>
          </p:cNvPr>
          <p:cNvSpPr/>
          <p:nvPr/>
        </p:nvSpPr>
        <p:spPr>
          <a:xfrm>
            <a:off x="5068710" y="2901165"/>
            <a:ext cx="1800000" cy="540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solidFill>
                  <a:schemeClr val="tx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送信先の設定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C86C1DF-534C-DF83-A6B5-C6EEDA69246D}"/>
              </a:ext>
            </a:extLst>
          </p:cNvPr>
          <p:cNvSpPr/>
          <p:nvPr/>
        </p:nvSpPr>
        <p:spPr>
          <a:xfrm>
            <a:off x="2973090" y="2901165"/>
            <a:ext cx="1800000" cy="540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solidFill>
                  <a:schemeClr val="tx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ログの一覧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C99493BD-5628-55BD-86BF-8A5C7435555E}"/>
              </a:ext>
            </a:extLst>
          </p:cNvPr>
          <p:cNvSpPr/>
          <p:nvPr/>
        </p:nvSpPr>
        <p:spPr>
          <a:xfrm>
            <a:off x="7175620" y="4521120"/>
            <a:ext cx="1800000" cy="540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solidFill>
                  <a:schemeClr val="tx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引き継ぎ内容</a:t>
            </a:r>
            <a:endParaRPr lang="en-US" altLang="ja-JP" sz="1400" b="1" dirty="0">
              <a:solidFill>
                <a:schemeClr val="tx1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algn="ctr"/>
            <a:r>
              <a:rPr lang="ja-JP" altLang="en-US" sz="1400" b="1" dirty="0">
                <a:solidFill>
                  <a:schemeClr val="tx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の設定</a:t>
            </a:r>
            <a:endParaRPr lang="en-US" altLang="ja-JP" sz="1400" b="1" dirty="0">
              <a:solidFill>
                <a:schemeClr val="tx1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cxnSp>
        <p:nvCxnSpPr>
          <p:cNvPr id="10" name="コネクタ: カギ線 9">
            <a:extLst>
              <a:ext uri="{FF2B5EF4-FFF2-40B4-BE49-F238E27FC236}">
                <a16:creationId xmlns:a16="http://schemas.microsoft.com/office/drawing/2014/main" id="{7DD9F9D4-E03F-C373-5DCF-7E75AB7AB26C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 rot="5400000">
            <a:off x="3368389" y="300844"/>
            <a:ext cx="1009402" cy="4191240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コネクタ: カギ線 10">
            <a:extLst>
              <a:ext uri="{FF2B5EF4-FFF2-40B4-BE49-F238E27FC236}">
                <a16:creationId xmlns:a16="http://schemas.microsoft.com/office/drawing/2014/main" id="{8D2B84F6-D345-0306-0F6B-C1A0E0528A0A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 rot="5400000">
            <a:off x="4416199" y="1348654"/>
            <a:ext cx="1009402" cy="2095620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コネクタ: カギ線 13">
            <a:extLst>
              <a:ext uri="{FF2B5EF4-FFF2-40B4-BE49-F238E27FC236}">
                <a16:creationId xmlns:a16="http://schemas.microsoft.com/office/drawing/2014/main" id="{51D7624F-BE35-597C-3D77-05F231B29F57}"/>
              </a:ext>
            </a:extLst>
          </p:cNvPr>
          <p:cNvCxnSpPr>
            <a:cxnSpLocks/>
            <a:stCxn id="2" idx="2"/>
          </p:cNvCxnSpPr>
          <p:nvPr/>
        </p:nvCxnSpPr>
        <p:spPr>
          <a:xfrm rot="5400000">
            <a:off x="5457659" y="2396464"/>
            <a:ext cx="1015752" cy="6350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1893ACFA-5990-C6DC-0549-9FA8B2FBF66F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 rot="16200000" flipH="1">
            <a:off x="6511819" y="1348653"/>
            <a:ext cx="1009402" cy="2095621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コネクタ: カギ線 22">
            <a:extLst>
              <a:ext uri="{FF2B5EF4-FFF2-40B4-BE49-F238E27FC236}">
                <a16:creationId xmlns:a16="http://schemas.microsoft.com/office/drawing/2014/main" id="{7E9EEAA5-FE9F-DC54-AC2D-E60957033E42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 rot="16200000" flipH="1">
            <a:off x="7721630" y="138843"/>
            <a:ext cx="1009402" cy="4515242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コネクタ: カギ線 30">
            <a:extLst>
              <a:ext uri="{FF2B5EF4-FFF2-40B4-BE49-F238E27FC236}">
                <a16:creationId xmlns:a16="http://schemas.microsoft.com/office/drawing/2014/main" id="{30F5EBC2-1529-A0EB-92BC-2E9337A02B5D}"/>
              </a:ext>
            </a:extLst>
          </p:cNvPr>
          <p:cNvCxnSpPr>
            <a:cxnSpLocks/>
          </p:cNvCxnSpPr>
          <p:nvPr/>
        </p:nvCxnSpPr>
        <p:spPr>
          <a:xfrm rot="5400000">
            <a:off x="7530704" y="3987492"/>
            <a:ext cx="1079955" cy="0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6" name="図 35">
            <a:extLst>
              <a:ext uri="{FF2B5EF4-FFF2-40B4-BE49-F238E27FC236}">
                <a16:creationId xmlns:a16="http://schemas.microsoft.com/office/drawing/2014/main" id="{D076426A-6B2F-CA3E-4EA0-17169AE70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38" y="1545172"/>
            <a:ext cx="10845724" cy="376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857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3D651-EC0A-D6EB-EDFF-3115CABA2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AFA3CCF6-552F-4B36-180F-909A9D58E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964" y="1352550"/>
            <a:ext cx="2609850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969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772F541C-0D0B-4833-B51D-E2DBC69294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4057" y="934400"/>
            <a:ext cx="3382012" cy="5381596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B693ECF-713E-7D3E-4423-4356C8551072}"/>
              </a:ext>
            </a:extLst>
          </p:cNvPr>
          <p:cNvSpPr/>
          <p:nvPr/>
        </p:nvSpPr>
        <p:spPr>
          <a:xfrm>
            <a:off x="7105934" y="1074629"/>
            <a:ext cx="3076575" cy="14540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F97B400-2F47-C06D-101E-271C899E9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5679" y="556760"/>
            <a:ext cx="3383573" cy="538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269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E61FB-91AA-1287-C987-2469A8216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3CDEEA67-173A-BC77-657B-030E46724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4057" y="934400"/>
            <a:ext cx="3382012" cy="5381596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F1C965D-0FCD-7A43-3293-B86332677F40}"/>
              </a:ext>
            </a:extLst>
          </p:cNvPr>
          <p:cNvSpPr/>
          <p:nvPr/>
        </p:nvSpPr>
        <p:spPr>
          <a:xfrm flipV="1">
            <a:off x="7105934" y="2754488"/>
            <a:ext cx="3076575" cy="31691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09911C5-7900-A0E6-DDAA-167C090B2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102" y="624493"/>
            <a:ext cx="3383573" cy="538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085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07CEBAB7-5A4B-628A-6076-3F2CF38C4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463" y="912060"/>
            <a:ext cx="2523963" cy="5194242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BF37917A-995F-6DA5-3E66-2F0908470E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802" y="915177"/>
            <a:ext cx="2524125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990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7A5B397-DA30-10A9-3372-621A2BDC21DE}"/>
              </a:ext>
            </a:extLst>
          </p:cNvPr>
          <p:cNvSpPr/>
          <p:nvPr/>
        </p:nvSpPr>
        <p:spPr>
          <a:xfrm>
            <a:off x="8467157" y="1187443"/>
            <a:ext cx="855133" cy="3679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F928D926-25D0-CF3F-9C41-6200D139B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275" y="2828925"/>
            <a:ext cx="2457450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449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DE7EE-BD1F-131F-C4EA-53AD17686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97E5DC73-F15B-C6DF-4771-92EF52D3D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8578" y="783344"/>
            <a:ext cx="3309977" cy="3903751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E80FA94-ECD1-E551-8A72-8952949E17CC}"/>
              </a:ext>
            </a:extLst>
          </p:cNvPr>
          <p:cNvSpPr/>
          <p:nvPr/>
        </p:nvSpPr>
        <p:spPr>
          <a:xfrm>
            <a:off x="8467157" y="1187443"/>
            <a:ext cx="855133" cy="3679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2CD3D41A-6A46-2D54-0E34-213AFFDA5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37" y="1478111"/>
            <a:ext cx="3310415" cy="390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787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5273C-31EF-FD48-5B5F-24A7A498B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998486D7-E1C1-660D-F3A5-DE21D90CE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892" y="2829751"/>
            <a:ext cx="3707883" cy="1622979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D68F23A-E05B-4137-F3E6-13AFF60BB7F4}"/>
              </a:ext>
            </a:extLst>
          </p:cNvPr>
          <p:cNvSpPr/>
          <p:nvPr/>
        </p:nvSpPr>
        <p:spPr>
          <a:xfrm>
            <a:off x="9936804" y="3338688"/>
            <a:ext cx="855133" cy="3679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82589A1-46E5-D614-071C-2F2183A72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611" y="2829751"/>
            <a:ext cx="3706689" cy="162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525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44105-8489-A6E2-E32F-62106361B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72079587-2A55-7474-65DB-A734497B8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209" y="1189744"/>
            <a:ext cx="3309977" cy="3903751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AEEB806-9C0E-4DBD-510D-974180819068}"/>
              </a:ext>
            </a:extLst>
          </p:cNvPr>
          <p:cNvSpPr/>
          <p:nvPr/>
        </p:nvSpPr>
        <p:spPr>
          <a:xfrm>
            <a:off x="6616123" y="1975556"/>
            <a:ext cx="3137477" cy="26303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67358EC-8B24-B9E1-5742-0BC70F974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569" y="1576662"/>
            <a:ext cx="3310415" cy="390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694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5D3A2763-BF57-3CC0-F103-CCCF47753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380" y="463940"/>
            <a:ext cx="2799642" cy="5757754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EDE2E5D-ED2E-291B-CD96-70BD91EEC7AB}"/>
              </a:ext>
            </a:extLst>
          </p:cNvPr>
          <p:cNvSpPr/>
          <p:nvPr/>
        </p:nvSpPr>
        <p:spPr>
          <a:xfrm>
            <a:off x="7046847" y="3320239"/>
            <a:ext cx="2582576" cy="36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A842D1F-2EA4-B884-272E-21B0D2203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46" y="548390"/>
            <a:ext cx="2798307" cy="576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668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C8A6A04-E25F-4174-2822-3F855B127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7179" y="523875"/>
            <a:ext cx="2771775" cy="581025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64FE77D-E774-D456-FA4F-9FC4FD49A046}"/>
              </a:ext>
            </a:extLst>
          </p:cNvPr>
          <p:cNvSpPr/>
          <p:nvPr/>
        </p:nvSpPr>
        <p:spPr>
          <a:xfrm>
            <a:off x="7611358" y="2698044"/>
            <a:ext cx="2638954" cy="3251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6F35997-CF5D-33D0-7D23-11320F1AF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835" y="524004"/>
            <a:ext cx="2780017" cy="580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167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5A8745EF-85F6-95B1-D648-431E6C492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949" y="268309"/>
            <a:ext cx="3125258" cy="6589691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901D3B2-4DE4-9BE1-EE5E-1132C62B6BE1}"/>
              </a:ext>
            </a:extLst>
          </p:cNvPr>
          <p:cNvSpPr/>
          <p:nvPr/>
        </p:nvSpPr>
        <p:spPr>
          <a:xfrm>
            <a:off x="7445022" y="3296877"/>
            <a:ext cx="395112" cy="39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ACB0877C-E768-2C5A-AB40-51E19011F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460" y="133826"/>
            <a:ext cx="3127519" cy="659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240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A0BAD-9711-0B5E-CC80-2111A682A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A9541C61-E39E-044F-37EE-D54EEFA93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462" y="2990850"/>
            <a:ext cx="326707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874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0AAF7053-8A87-07A3-B483-9A8B1B00C8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223" y="525359"/>
            <a:ext cx="2687454" cy="5655067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E7ADE3A-C8CD-0DB5-AA48-4F7FC17AC11E}"/>
              </a:ext>
            </a:extLst>
          </p:cNvPr>
          <p:cNvSpPr/>
          <p:nvPr/>
        </p:nvSpPr>
        <p:spPr>
          <a:xfrm flipV="1">
            <a:off x="6982055" y="5840871"/>
            <a:ext cx="2500612" cy="3508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BB518D0-19B3-2CFD-2F55-AB0944C3190A}"/>
              </a:ext>
            </a:extLst>
          </p:cNvPr>
          <p:cNvSpPr/>
          <p:nvPr/>
        </p:nvSpPr>
        <p:spPr>
          <a:xfrm>
            <a:off x="6982055" y="3197603"/>
            <a:ext cx="288000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92C6DD0-D20D-637E-BBD5-173666BF54AB}"/>
              </a:ext>
            </a:extLst>
          </p:cNvPr>
          <p:cNvSpPr/>
          <p:nvPr/>
        </p:nvSpPr>
        <p:spPr>
          <a:xfrm>
            <a:off x="6982055" y="4375237"/>
            <a:ext cx="288000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0EF9A040-281E-8F5F-5003-C4520CF10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038" y="584969"/>
            <a:ext cx="2688569" cy="568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908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BBF35-7310-F22F-B4FA-CDCC8B5E8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F5DFB923-84B6-85D0-BF9A-2B40C4016A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223" y="525359"/>
            <a:ext cx="2687454" cy="5655067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BBD515A-E912-B0CE-97A5-00AD8386A4FB}"/>
              </a:ext>
            </a:extLst>
          </p:cNvPr>
          <p:cNvSpPr/>
          <p:nvPr/>
        </p:nvSpPr>
        <p:spPr>
          <a:xfrm>
            <a:off x="6982055" y="3197603"/>
            <a:ext cx="288000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1E50FF6-7EE2-CE2E-7CB9-2340EC2026B4}"/>
              </a:ext>
            </a:extLst>
          </p:cNvPr>
          <p:cNvSpPr/>
          <p:nvPr/>
        </p:nvSpPr>
        <p:spPr>
          <a:xfrm>
            <a:off x="6982055" y="4375237"/>
            <a:ext cx="288000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860856C-1699-661C-8F00-C6A7D71E2122}"/>
              </a:ext>
            </a:extLst>
          </p:cNvPr>
          <p:cNvSpPr/>
          <p:nvPr/>
        </p:nvSpPr>
        <p:spPr>
          <a:xfrm>
            <a:off x="6959477" y="1684680"/>
            <a:ext cx="1296000" cy="324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FCCAEB4-453C-C06A-87FE-1BF08E995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826" y="656814"/>
            <a:ext cx="2688569" cy="565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475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693E23F9-A23C-1F0D-1760-3A8A7F0B69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7179" y="523875"/>
            <a:ext cx="2771775" cy="581025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EA62F00-6ED4-9D98-9AE3-7FE60BFF6ACF}"/>
              </a:ext>
            </a:extLst>
          </p:cNvPr>
          <p:cNvSpPr/>
          <p:nvPr/>
        </p:nvSpPr>
        <p:spPr>
          <a:xfrm>
            <a:off x="8894354" y="1677907"/>
            <a:ext cx="1296000" cy="324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F80485C-C613-878C-F45C-5961E906B015}"/>
              </a:ext>
            </a:extLst>
          </p:cNvPr>
          <p:cNvSpPr/>
          <p:nvPr/>
        </p:nvSpPr>
        <p:spPr>
          <a:xfrm>
            <a:off x="7618709" y="3265313"/>
            <a:ext cx="216000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0216697-8FFA-7D2E-B473-DE785384670F}"/>
              </a:ext>
            </a:extLst>
          </p:cNvPr>
          <p:cNvSpPr/>
          <p:nvPr/>
        </p:nvSpPr>
        <p:spPr>
          <a:xfrm>
            <a:off x="7618709" y="4523972"/>
            <a:ext cx="216000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C24423E1-BA91-049F-9EE4-1DD9CB7A9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885" y="930404"/>
            <a:ext cx="2773920" cy="580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785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3691-409E-A689-E94E-94C5FD6C2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87F128B-85F6-6916-3E83-8B356B535E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8031" y="1190803"/>
            <a:ext cx="2457450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08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D42F1-9E49-877E-2E5B-39A9D4CE8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FD9B6637-F8A4-C138-2D96-937CDFCD2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8031" y="1190803"/>
            <a:ext cx="2457450" cy="4200525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84A3F06-48B1-7FB8-7DBF-282659F4B50B}"/>
              </a:ext>
            </a:extLst>
          </p:cNvPr>
          <p:cNvSpPr/>
          <p:nvPr/>
        </p:nvSpPr>
        <p:spPr>
          <a:xfrm flipV="1">
            <a:off x="6600737" y="2360711"/>
            <a:ext cx="2332038" cy="29450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C8870F2-6ED5-9A7E-E549-E834C62D8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2705" y="1328746"/>
            <a:ext cx="2456901" cy="420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723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DA159-CF72-F774-2B29-2C9ED7C01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0562874-B0A5-502F-389A-066615AF3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8031" y="1190803"/>
            <a:ext cx="2457450" cy="4200525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66B1F36-99BB-599F-FCD9-5873F80CD746}"/>
              </a:ext>
            </a:extLst>
          </p:cNvPr>
          <p:cNvSpPr/>
          <p:nvPr/>
        </p:nvSpPr>
        <p:spPr>
          <a:xfrm flipV="1">
            <a:off x="6614756" y="1477961"/>
            <a:ext cx="1152000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3AB1822-D5AA-AD4C-A1C8-165416C92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305" y="1179531"/>
            <a:ext cx="2456901" cy="420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4210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D01A5C5F-8A17-9642-C2BD-D82A2B0AA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001" y="404987"/>
            <a:ext cx="2466975" cy="41910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161B99F-52FB-B3AE-65C8-507DE29BACC1}"/>
              </a:ext>
            </a:extLst>
          </p:cNvPr>
          <p:cNvSpPr/>
          <p:nvPr/>
        </p:nvSpPr>
        <p:spPr>
          <a:xfrm flipV="1">
            <a:off x="7636488" y="2015065"/>
            <a:ext cx="396000" cy="39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1FC8176-C385-392A-F5EE-A075193E6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039" y="1749483"/>
            <a:ext cx="2469094" cy="419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572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9CCBC-8352-CB98-4BDC-B59CC1E88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7EBFE9D-3423-958E-8DE8-D8E6E6D33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8031" y="1190803"/>
            <a:ext cx="2457450" cy="420052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EAE9552-2E3F-A4B5-048A-B869B3667AFB}"/>
              </a:ext>
            </a:extLst>
          </p:cNvPr>
          <p:cNvSpPr/>
          <p:nvPr/>
        </p:nvSpPr>
        <p:spPr>
          <a:xfrm flipV="1">
            <a:off x="7777512" y="1477961"/>
            <a:ext cx="1152000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7403FCC-67D4-6795-FFBD-B0B235FAD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038" y="1190820"/>
            <a:ext cx="2456901" cy="420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490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459D3-4A37-BDED-61CC-929D55DFD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38E23968-CA56-87D8-20FD-4A1CF412F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675" y="2771775"/>
            <a:ext cx="2914650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541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2491E88-EA98-2CE3-BC97-BB5F4D03C6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2423" y="2343678"/>
            <a:ext cx="2162175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12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2696256-FF48-16AB-A9EF-F1F690C27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512" y="833437"/>
            <a:ext cx="2466975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47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C8C15-1FAF-77F6-BFF5-AEE3102C9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770B102C-29BD-25BC-3ED3-C585A7097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487" y="968904"/>
            <a:ext cx="2466975" cy="5191125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98EC3B2-1F4C-E23B-371E-8AD27AD97D95}"/>
              </a:ext>
            </a:extLst>
          </p:cNvPr>
          <p:cNvSpPr/>
          <p:nvPr/>
        </p:nvSpPr>
        <p:spPr>
          <a:xfrm flipV="1">
            <a:off x="7340799" y="1310715"/>
            <a:ext cx="2299912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0D3BAA8-B142-AAF8-D208-AC557D873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964" y="685123"/>
            <a:ext cx="2469094" cy="519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85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D391E-3108-5A63-6F1A-A963FF788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2B27F307-5E01-1152-2949-903A5A195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487" y="968904"/>
            <a:ext cx="2466975" cy="5191125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658769B-B7A8-F62C-D566-DD06A27BF04E}"/>
              </a:ext>
            </a:extLst>
          </p:cNvPr>
          <p:cNvSpPr/>
          <p:nvPr/>
        </p:nvSpPr>
        <p:spPr>
          <a:xfrm flipV="1">
            <a:off x="8131021" y="1830004"/>
            <a:ext cx="612000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5C05079-7DA2-2BD2-454F-4B11B1A82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9142" y="1022526"/>
            <a:ext cx="2469094" cy="519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6695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507EB-B9EB-6CE3-3539-F87CBA4CA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C366ABA-E253-FCC4-A064-0604700A67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487" y="968904"/>
            <a:ext cx="2466975" cy="5191125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7C0A1AE-D8F2-3315-A61B-D2D481B46044}"/>
              </a:ext>
            </a:extLst>
          </p:cNvPr>
          <p:cNvSpPr/>
          <p:nvPr/>
        </p:nvSpPr>
        <p:spPr>
          <a:xfrm flipV="1">
            <a:off x="8774488" y="1830004"/>
            <a:ext cx="612000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63BCF32-08E6-956C-2234-EFE93350C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253" y="606101"/>
            <a:ext cx="2469094" cy="519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1796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BF7BA4D-1C8B-C1A0-FF4B-4258B84423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083" y="1474611"/>
            <a:ext cx="2627541" cy="2837745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C94D569C-ED7E-3105-BFE9-BF9BAE90F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264" y="1477470"/>
            <a:ext cx="2627604" cy="283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2358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AC120-0A0F-47B0-5B6D-C85801A2A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A6B96605-9527-C9B8-6ECE-686C1209A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362" y="2266950"/>
            <a:ext cx="1819275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257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F368330C-DFC1-F7E0-03D6-25EFC15365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75" y="1343025"/>
            <a:ext cx="184785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790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4A934-B5B4-4F7C-A39F-A4AFB895D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C421E8E-1F5F-0AA6-B3A9-D02C3C7AB3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312" y="1600200"/>
            <a:ext cx="185737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7046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72898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75F5A-7B9C-4E83-E795-7A7ECD262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FE842101-0487-11F7-A4BF-C2A9F25E76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025" y="2238375"/>
            <a:ext cx="1885950" cy="238125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8043207-9974-88F2-0FAE-801FB71CCC30}"/>
              </a:ext>
            </a:extLst>
          </p:cNvPr>
          <p:cNvSpPr/>
          <p:nvPr/>
        </p:nvSpPr>
        <p:spPr>
          <a:xfrm flipV="1">
            <a:off x="5186892" y="4265082"/>
            <a:ext cx="1800000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F9709DF-D060-7F4A-487F-21E554D88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5126" y="2025339"/>
            <a:ext cx="1889924" cy="238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6151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80AB4C0-C5A7-38B7-2DFC-72F29A36D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637" y="2562225"/>
            <a:ext cx="2752725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1573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1F987-108D-EDB6-9D22-06DE2A3AC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C8F31A9-8301-148D-080D-1709C313D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450" y="2443162"/>
            <a:ext cx="2705100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9329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B352F-91CF-A91C-285F-17C7D3999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F3587FB-7028-BEB4-86FE-A2B8DB90EB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7737" y="1733550"/>
            <a:ext cx="2676525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2904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120D-A393-DF3C-E975-A41E3C4E7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C5CEFDF-BE3C-7C2C-5487-C0A001843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0" y="2247900"/>
            <a:ext cx="26670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9417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AB386-3CC0-670E-7550-FCA624CB0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E533C8BD-AF9A-B525-033C-556B4F668A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178" y="2724150"/>
            <a:ext cx="3028072" cy="1723672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8B49FAD-4139-03DA-5416-B6AB4735B882}"/>
              </a:ext>
            </a:extLst>
          </p:cNvPr>
          <p:cNvSpPr/>
          <p:nvPr/>
        </p:nvSpPr>
        <p:spPr>
          <a:xfrm flipV="1">
            <a:off x="4414016" y="4063999"/>
            <a:ext cx="2833452" cy="3838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141EB49-DABD-2FC2-EF4A-BC7B8ADBD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203" y="2173374"/>
            <a:ext cx="3029975" cy="174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340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4036C-1D18-A20F-F0EC-5EFBF2968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52884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C21D1-957D-6B1F-78E8-21AA10ACC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A0C7D3B5-EF28-2A85-7C93-0EEBAF58C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275" y="1628775"/>
            <a:ext cx="245745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4289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E2B22-E0F8-93E1-299C-A9D72D4EE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20F43577-EBE0-1CDC-09F2-4EF51E032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364" y="1219037"/>
            <a:ext cx="2457450" cy="360045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0BDB623-6D7E-7373-9A31-729FECC3DDAE}"/>
              </a:ext>
            </a:extLst>
          </p:cNvPr>
          <p:cNvSpPr/>
          <p:nvPr/>
        </p:nvSpPr>
        <p:spPr>
          <a:xfrm flipV="1">
            <a:off x="7961667" y="1614149"/>
            <a:ext cx="1980000" cy="2823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A8D12E1-C617-E42E-BAB2-B36242984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2705" y="2293520"/>
            <a:ext cx="2456901" cy="360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9221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8F4E4-E540-A59D-A6C6-CAC18A169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2EF20245-D36F-5684-0D26-EB281EB6F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3684" y="1806214"/>
            <a:ext cx="2632365" cy="362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1640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F69EC7D1-4C49-B196-DAD0-33204B1ED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775" y="2962275"/>
            <a:ext cx="20764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9241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8424E-70CB-EF93-C89C-492956C99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図 19">
            <a:extLst>
              <a:ext uri="{FF2B5EF4-FFF2-40B4-BE49-F238E27FC236}">
                <a16:creationId xmlns:a16="http://schemas.microsoft.com/office/drawing/2014/main" id="{77E1BE69-6336-B9E6-DC93-F9B678526F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537" y="1338262"/>
            <a:ext cx="2066925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7006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EF4F2-B424-4202-81E6-D49A26EE8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6CB5BFB-C627-FA35-5697-0B82BB510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012" y="2405062"/>
            <a:ext cx="2085975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2795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53099-171A-26F3-83E9-27EF25DB0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D61FF3CE-17AF-4A87-E4F3-EF2A7B31B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3623" y="1142999"/>
            <a:ext cx="216217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6584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1E312-CCC9-8AFF-2425-65D0DF19C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2D633608-953E-31D4-3F2D-C8B2A3F40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1159051"/>
            <a:ext cx="213360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9295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8339E-D0C9-16BC-4916-9E8032F4E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図 15">
            <a:extLst>
              <a:ext uri="{FF2B5EF4-FFF2-40B4-BE49-F238E27FC236}">
                <a16:creationId xmlns:a16="http://schemas.microsoft.com/office/drawing/2014/main" id="{A0F71AD7-D141-EB37-8374-89A9F2FAC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012" y="1357312"/>
            <a:ext cx="2085975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6555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F5283-41E3-BDE2-FE26-DB765D29D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C4E88AA8-3E0A-5244-233C-BDE661471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725" y="1833562"/>
            <a:ext cx="2114550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4625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FFC4B-D084-C9B9-3AB8-9679A22FA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3DCF010-50FF-2644-6949-5951EA56B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625" y="1414462"/>
            <a:ext cx="2190750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7334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9E62E-D462-AC8C-7AA8-D7BD513A8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2256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F9850-41BC-12C4-D1B4-B1E43363D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3FB9D78-EF6D-519B-25F5-7B54278D7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562" y="820914"/>
            <a:ext cx="2428875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482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F5497-ACF5-1B28-1C3C-E4AD643F2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83D6746-CED8-6513-0B93-DA74CFD4D5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562" y="820914"/>
            <a:ext cx="2428875" cy="523875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06AF7D9-1806-465C-3E08-1B2823A4706A}"/>
              </a:ext>
            </a:extLst>
          </p:cNvPr>
          <p:cNvSpPr/>
          <p:nvPr/>
        </p:nvSpPr>
        <p:spPr>
          <a:xfrm flipV="1">
            <a:off x="4989749" y="1151466"/>
            <a:ext cx="2320688" cy="6999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FD6030B-6258-80C3-385F-255EBDA19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090" y="1151466"/>
            <a:ext cx="2444708" cy="523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1885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5C0F7-1AEE-89F7-3DE4-4096503BB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C655225-9DE5-55AD-730D-1FE8232CC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562" y="820914"/>
            <a:ext cx="2428875" cy="523875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A3E8B70-898B-EAE8-2B93-2674C5223FF7}"/>
              </a:ext>
            </a:extLst>
          </p:cNvPr>
          <p:cNvSpPr/>
          <p:nvPr/>
        </p:nvSpPr>
        <p:spPr>
          <a:xfrm flipV="1">
            <a:off x="4935655" y="1806221"/>
            <a:ext cx="2320688" cy="5418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BF82F2A-046D-F6C3-B8F5-8E64D558B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991" y="720230"/>
            <a:ext cx="2426418" cy="523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39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73140-9EEB-0184-2602-49E077483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4486B2E-1322-866D-8BAC-0B64F79E8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562" y="820914"/>
            <a:ext cx="2428875" cy="523875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0E36244-3050-8EB7-CF47-0530DBB1B0AB}"/>
              </a:ext>
            </a:extLst>
          </p:cNvPr>
          <p:cNvSpPr/>
          <p:nvPr/>
        </p:nvSpPr>
        <p:spPr>
          <a:xfrm flipV="1">
            <a:off x="4935655" y="2269067"/>
            <a:ext cx="2320688" cy="21900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4A97348-D4D5-F86A-C26F-9765E407E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982" y="1013741"/>
            <a:ext cx="2426418" cy="523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0481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50E25-E180-E366-0BA4-1E5BE2198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0721EF0-DA82-D8DD-FF9C-B4AB35FEF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562" y="820914"/>
            <a:ext cx="2428875" cy="523875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FFB999D-C6CD-C637-EC35-C18E9879C7F8}"/>
              </a:ext>
            </a:extLst>
          </p:cNvPr>
          <p:cNvSpPr/>
          <p:nvPr/>
        </p:nvSpPr>
        <p:spPr>
          <a:xfrm flipV="1">
            <a:off x="5249333" y="2912531"/>
            <a:ext cx="1783645" cy="8918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70BF8A5-B848-39B7-3A18-F9D095BE2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191" y="957297"/>
            <a:ext cx="2426418" cy="523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2745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356A1-5260-F7B0-DFF4-4D38999CD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06E56D6-3DDC-0E8E-26A2-0DBA44006C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562" y="820914"/>
            <a:ext cx="2428875" cy="523875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6407147-E76D-10BC-2F3D-E2CE5A210CAB}"/>
              </a:ext>
            </a:extLst>
          </p:cNvPr>
          <p:cNvSpPr/>
          <p:nvPr/>
        </p:nvSpPr>
        <p:spPr>
          <a:xfrm>
            <a:off x="6358054" y="2517422"/>
            <a:ext cx="652346" cy="3273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1D48ABA-782C-BF7C-12B8-42EF79030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568" y="957296"/>
            <a:ext cx="2426418" cy="523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2382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D45F2-9B59-833E-37D1-7261690EE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12D0696-B233-B775-89C3-EBBAFED29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562" y="820914"/>
            <a:ext cx="2428875" cy="523875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6A1A766-A622-7111-1360-7738EB996F6D}"/>
              </a:ext>
            </a:extLst>
          </p:cNvPr>
          <p:cNvSpPr/>
          <p:nvPr/>
        </p:nvSpPr>
        <p:spPr>
          <a:xfrm>
            <a:off x="4935655" y="5746044"/>
            <a:ext cx="2320688" cy="3136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041D282-EBF2-5E73-3963-DA7449343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769" y="647646"/>
            <a:ext cx="2426418" cy="525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652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D4567-B401-1E97-7E64-96D511587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857128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B8B71-5077-F869-20CB-D1816E455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1031B3A-0C7E-38B8-2498-A45BA428F9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275" y="1766887"/>
            <a:ext cx="2457450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64663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ECBE-4324-5AF3-AF7C-4AB9656EA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D4F1B35-B4E1-548F-0391-5D7F0B6E1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662" y="2495550"/>
            <a:ext cx="2352675" cy="18669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332102E-15D1-1EF6-9812-1EBC6E8871DF}"/>
              </a:ext>
            </a:extLst>
          </p:cNvPr>
          <p:cNvSpPr/>
          <p:nvPr/>
        </p:nvSpPr>
        <p:spPr>
          <a:xfrm flipV="1">
            <a:off x="5147734" y="3217331"/>
            <a:ext cx="1980000" cy="3048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84914CB-02AB-E991-92A5-3FDCEF26A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236" y="1968250"/>
            <a:ext cx="2353260" cy="187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9175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A5A3D-0025-FA55-ED46-9A96B9443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F32DEC1-D456-4AA1-09FF-E9CD13EBF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850" y="2171700"/>
            <a:ext cx="2400300" cy="25146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17BFDF6-8A11-BCFC-EE50-B935400F7720}"/>
              </a:ext>
            </a:extLst>
          </p:cNvPr>
          <p:cNvSpPr/>
          <p:nvPr/>
        </p:nvSpPr>
        <p:spPr>
          <a:xfrm flipV="1">
            <a:off x="5147734" y="3217330"/>
            <a:ext cx="1980000" cy="9482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73B5821-1C5D-D814-942A-22F7CDC0F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718" y="2548245"/>
            <a:ext cx="2402032" cy="251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469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0481D-31DF-77BE-71DE-D4F473F2C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46F7733-7808-EE2E-D39E-D5FBC8E5C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850" y="2171700"/>
            <a:ext cx="2400300" cy="251460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FB7BDA0-E533-0ACF-A319-A7B15FC1C066}"/>
              </a:ext>
            </a:extLst>
          </p:cNvPr>
          <p:cNvSpPr/>
          <p:nvPr/>
        </p:nvSpPr>
        <p:spPr>
          <a:xfrm flipV="1">
            <a:off x="5159023" y="4199465"/>
            <a:ext cx="1980000" cy="3048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A5F85E5-2112-8E6A-9483-03D202E6A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967" y="2367622"/>
            <a:ext cx="2402032" cy="251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9772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5534A-D7DB-99AF-935E-833ECF24B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69CE949-E09B-D474-B324-8A108F1CAA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562" y="2843212"/>
            <a:ext cx="2428875" cy="117157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65D2E99-8FF1-B53C-5AB6-BD5F4ECD2A78}"/>
              </a:ext>
            </a:extLst>
          </p:cNvPr>
          <p:cNvSpPr/>
          <p:nvPr/>
        </p:nvSpPr>
        <p:spPr>
          <a:xfrm flipV="1">
            <a:off x="5147733" y="3544710"/>
            <a:ext cx="2002579" cy="2935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4D1FE08-C6C9-4001-B781-58F2FB900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102" y="3204750"/>
            <a:ext cx="2426418" cy="11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976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1334</TotalTime>
  <Words>23</Words>
  <Application>Microsoft Office PowerPoint</Application>
  <PresentationFormat>ワイド画面</PresentationFormat>
  <Paragraphs>10</Paragraphs>
  <Slides>64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64</vt:i4>
      </vt:variant>
    </vt:vector>
  </HeadingPairs>
  <TitlesOfParts>
    <vt:vector size="69" baseType="lpstr">
      <vt:lpstr>BIZ UDゴシック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直樹 石田</dc:creator>
  <cp:lastModifiedBy>直樹 石田</cp:lastModifiedBy>
  <cp:revision>59</cp:revision>
  <dcterms:created xsi:type="dcterms:W3CDTF">2026-09-04T16:32:46Z</dcterms:created>
  <dcterms:modified xsi:type="dcterms:W3CDTF">2026-09-24T02:35:54Z</dcterms:modified>
</cp:coreProperties>
</file>