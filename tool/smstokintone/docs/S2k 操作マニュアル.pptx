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29" r:id="rId17"/>
    <p:sldId id="330" r:id="rId18"/>
    <p:sldId id="271" r:id="rId19"/>
    <p:sldId id="270" r:id="rId20"/>
    <p:sldId id="272" r:id="rId21"/>
    <p:sldId id="273" r:id="rId22"/>
    <p:sldId id="274" r:id="rId23"/>
    <p:sldId id="275" r:id="rId24"/>
    <p:sldId id="326" r:id="rId25"/>
    <p:sldId id="276" r:id="rId26"/>
    <p:sldId id="32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301" r:id="rId41"/>
    <p:sldId id="303" r:id="rId42"/>
    <p:sldId id="302" r:id="rId43"/>
    <p:sldId id="292" r:id="rId44"/>
    <p:sldId id="310" r:id="rId45"/>
    <p:sldId id="305" r:id="rId46"/>
    <p:sldId id="311" r:id="rId47"/>
    <p:sldId id="312" r:id="rId48"/>
    <p:sldId id="306" r:id="rId49"/>
    <p:sldId id="313" r:id="rId50"/>
    <p:sldId id="314" r:id="rId51"/>
    <p:sldId id="315" r:id="rId52"/>
    <p:sldId id="307" r:id="rId53"/>
    <p:sldId id="316" r:id="rId54"/>
    <p:sldId id="320" r:id="rId55"/>
    <p:sldId id="321" r:id="rId56"/>
    <p:sldId id="317" r:id="rId57"/>
    <p:sldId id="322" r:id="rId58"/>
    <p:sldId id="324" r:id="rId59"/>
    <p:sldId id="323" r:id="rId60"/>
    <p:sldId id="325" r:id="rId61"/>
    <p:sldId id="319" r:id="rId6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89E89CB-0DB1-2722-8977-990DFB322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934400"/>
            <a:ext cx="3076575" cy="15943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608358F-36F9-DF2F-E02D-C5C581AA7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3766" y="1074629"/>
            <a:ext cx="3103133" cy="427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067ECD9-5EF1-F975-ED55-0290064C2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698043"/>
            <a:ext cx="3076575" cy="25035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EE4ADC-A0D4-C9DE-8968-889DEB927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745" y="778070"/>
            <a:ext cx="3103133" cy="428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1A0164B-C782-D160-EB36-39DC4A6B67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895350"/>
            <a:ext cx="2678466" cy="550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961F38AC-7893-9B1D-84AD-9FB6127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779" y="1095517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7834979" y="1523651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13FB472E-CCAA-8BBD-E531-0C49355E4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20" y="137142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9889435" y="3276760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71C1FA1-27D3-4B50-4CB8-186A04308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63" y="3429000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C567024-1768-2BB6-1A4B-1A021FADC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274" y="1253562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529209" y="2106175"/>
            <a:ext cx="3223063" cy="2713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1A3512-BBED-5B62-31E2-310FBCCEC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47" y="70440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B7A9518-F81F-93FD-210C-F7BB9594A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0138" y="291768"/>
            <a:ext cx="3098641" cy="636477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53601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32A50D1-6DF0-828A-BE40-808867DF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38" y="0"/>
            <a:ext cx="3097036" cy="636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8401C0-E28B-BED3-158E-A45E814E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38743"/>
            <a:ext cx="3134637" cy="639030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38442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38442" y="5630282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0F7222-7E7E-15D6-51B4-7DA083D34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58" y="115888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2F892AF-1823-0BCC-8550-31439E77AD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082" y="177812"/>
            <a:ext cx="3237257" cy="6560677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0717C2F-2199-8456-B5BD-A48E99A95EDA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E402F4F-96DD-F85E-0F2E-FAF063F5A38B}"/>
              </a:ext>
            </a:extLst>
          </p:cNvPr>
          <p:cNvSpPr/>
          <p:nvPr/>
        </p:nvSpPr>
        <p:spPr>
          <a:xfrm>
            <a:off x="4624683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DC1CDD-4D0B-3DA1-D90D-3DCA3BBEC216}"/>
              </a:ext>
            </a:extLst>
          </p:cNvPr>
          <p:cNvSpPr/>
          <p:nvPr/>
        </p:nvSpPr>
        <p:spPr>
          <a:xfrm>
            <a:off x="4624683" y="56754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88C704E-29EA-5829-DCC7-F17E0626E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371" y="149067"/>
            <a:ext cx="3237257" cy="65598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0751BA4-D06B-56BF-BDEE-6A354B449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48" y="66623"/>
            <a:ext cx="3237257" cy="6559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0717F4-28DE-BD8F-4990-36D6EFD8F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0571" y="-149566"/>
            <a:ext cx="3237257" cy="65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865511" y="2336799"/>
            <a:ext cx="2822222" cy="3465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157A42-B6EC-3C81-3C63-731E26C49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49" y="-271670"/>
            <a:ext cx="3237257" cy="656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C1F27290-2763-DD4D-185D-9689156A8E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49" y="1162755"/>
            <a:ext cx="2447925" cy="51054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7445022" y="3296877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A7185E6-3CC9-BF5F-4BD1-5D5F5F36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80" y="606669"/>
            <a:ext cx="2444708" cy="510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1860D61-3BCD-1B1F-AAD0-8D6BDF0DC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50032"/>
            <a:ext cx="3134637" cy="639030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33966" y="6180426"/>
            <a:ext cx="291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17C9D3-21C3-E6E0-7695-F8A409FE1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58" y="234419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032ACD8-87DE-B5A2-C54A-641D80D19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904" y="761822"/>
            <a:ext cx="2476500" cy="490537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BAE6B9-FD2B-43C8-F1B4-A9653DB4D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70" y="1133191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DEF04-DE05-BCD1-E729-150EBF804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4881562" y="2218263"/>
            <a:ext cx="2332038" cy="31778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16D9A8E-A37B-01A3-3C85-EACFC1075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82" y="602613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035C4A0-9FD9-8272-3BF2-680E55A0F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940302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FC332EF-8B02-F1F5-67E0-BA4568BF6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138" y="975146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A7AEA87-3E52-7D9F-D0A9-028D31142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9798" y="871888"/>
            <a:ext cx="2409825" cy="4752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5891412" y="2500487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226BECE-7245-3600-33CA-10BA5ED80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709" y="1171553"/>
            <a:ext cx="2414225" cy="475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AE2795A-9530-FCC7-86E3-18CF4E692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1147E11-496D-B9BC-0545-DCEE5F47D357}"/>
              </a:ext>
            </a:extLst>
          </p:cNvPr>
          <p:cNvSpPr/>
          <p:nvPr/>
        </p:nvSpPr>
        <p:spPr>
          <a:xfrm flipV="1">
            <a:off x="6091769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EA4A3BE-8FF5-C211-BA85-C32D4B8DF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510" y="993738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52C08ED-5EF5-3323-B86A-C3053FDE8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25" y="2614612"/>
            <a:ext cx="2114550" cy="162877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E7DD4AD-C853-103D-CD2C-858F32F7D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56" y="2756224"/>
            <a:ext cx="2109399" cy="162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7AD0AEC-27E2-8B5C-9571-83577D7523FA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BA7380CB-4776-9FC2-412D-61396F509A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D726892F-00B9-03B7-EAD4-735AC0B40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92800" y="1083733"/>
            <a:ext cx="1986844" cy="3089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80FF2B9-B9FB-D366-03D4-E2160B597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99" y="1483097"/>
            <a:ext cx="4700423" cy="346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59D0129-1F31-9C84-FC31-46E24BC87C80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B22852EC-7557-7F2D-F960-5BC4DF067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F07B095-56BD-B399-5DB9-88DE37104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8228796" y="805264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C2A507F-634D-8A90-57A0-CFF2BB129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32" y="2203424"/>
            <a:ext cx="4700423" cy="344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43BB04C-FF45-91E5-5B4B-A2AFEB8D70E0}"/>
              </a:ext>
            </a:extLst>
          </p:cNvPr>
          <p:cNvGrpSpPr/>
          <p:nvPr/>
        </p:nvGrpSpPr>
        <p:grpSpPr>
          <a:xfrm>
            <a:off x="5776675" y="681290"/>
            <a:ext cx="4699414" cy="3439154"/>
            <a:chOff x="5776675" y="681290"/>
            <a:chExt cx="4280910" cy="3057525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A63D910F-D352-267D-315E-2B20037DB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DFAB821F-DD9E-59A3-1569-912868D09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8285430" y="1431440"/>
            <a:ext cx="2070503" cy="19840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AB8B716-3E44-CCCF-AC89-A479A4991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566" y="1829498"/>
            <a:ext cx="470042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065A1207-5FAB-B018-0D30-914D95C48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7460329" y="1282496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24F3D13-821A-66C1-188C-B54DBDFE2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825" y="1572607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73C0FE4-B2EF-2E5E-EEA9-3200D2A8F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2C74774-31EB-5B71-547D-1A8A5F0C5793}"/>
              </a:ext>
            </a:extLst>
          </p:cNvPr>
          <p:cNvSpPr/>
          <p:nvPr/>
        </p:nvSpPr>
        <p:spPr>
          <a:xfrm>
            <a:off x="7460329" y="2349294"/>
            <a:ext cx="2166257" cy="20872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85130C9-2CE1-D77B-B9B4-367BA017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692" y="1403273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326D1D7-C883-0FCC-8A0C-6801451B4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257300"/>
            <a:ext cx="27241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AD33A4E-8925-59D7-5724-4370DF351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747" y="919369"/>
            <a:ext cx="2820773" cy="449745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5025011" y="494451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27A06C-F959-3479-E1CB-81B213AF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14" y="990538"/>
            <a:ext cx="282269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1060</TotalTime>
  <Words>3</Words>
  <Application>Microsoft Office PowerPoint</Application>
  <PresentationFormat>ワイド画面</PresentationFormat>
  <Paragraphs>2</Paragraphs>
  <Slides>61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61</vt:i4>
      </vt:variant>
    </vt:vector>
  </HeadingPairs>
  <TitlesOfParts>
    <vt:vector size="6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41</cp:revision>
  <dcterms:created xsi:type="dcterms:W3CDTF">2026-09-04T16:32:46Z</dcterms:created>
  <dcterms:modified xsi:type="dcterms:W3CDTF">2026-09-10T04:54:39Z</dcterms:modified>
</cp:coreProperties>
</file>