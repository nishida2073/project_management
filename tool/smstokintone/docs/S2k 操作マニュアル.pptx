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56" r:id="rId2"/>
    <p:sldId id="259" r:id="rId3"/>
    <p:sldId id="257" r:id="rId4"/>
    <p:sldId id="258" r:id="rId5"/>
    <p:sldId id="328" r:id="rId6"/>
    <p:sldId id="260" r:id="rId7"/>
    <p:sldId id="336" r:id="rId8"/>
    <p:sldId id="261" r:id="rId9"/>
    <p:sldId id="262" r:id="rId10"/>
    <p:sldId id="263" r:id="rId11"/>
    <p:sldId id="266" r:id="rId12"/>
    <p:sldId id="267" r:id="rId13"/>
    <p:sldId id="268" r:id="rId14"/>
    <p:sldId id="269" r:id="rId15"/>
    <p:sldId id="337" r:id="rId16"/>
    <p:sldId id="264" r:id="rId17"/>
    <p:sldId id="329" r:id="rId18"/>
    <p:sldId id="330" r:id="rId19"/>
    <p:sldId id="271" r:id="rId20"/>
    <p:sldId id="270" r:id="rId21"/>
    <p:sldId id="272" r:id="rId22"/>
    <p:sldId id="273" r:id="rId23"/>
    <p:sldId id="274" r:id="rId24"/>
    <p:sldId id="275" r:id="rId25"/>
    <p:sldId id="326" r:id="rId26"/>
    <p:sldId id="276" r:id="rId27"/>
    <p:sldId id="327" r:id="rId28"/>
    <p:sldId id="278" r:id="rId29"/>
    <p:sldId id="339" r:id="rId30"/>
    <p:sldId id="279" r:id="rId31"/>
    <p:sldId id="338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334" r:id="rId40"/>
    <p:sldId id="287" r:id="rId41"/>
    <p:sldId id="335" r:id="rId42"/>
    <p:sldId id="332" r:id="rId43"/>
    <p:sldId id="288" r:id="rId44"/>
    <p:sldId id="289" r:id="rId45"/>
    <p:sldId id="290" r:id="rId46"/>
    <p:sldId id="301" r:id="rId47"/>
    <p:sldId id="303" r:id="rId48"/>
    <p:sldId id="302" r:id="rId49"/>
    <p:sldId id="292" r:id="rId50"/>
    <p:sldId id="310" r:id="rId51"/>
    <p:sldId id="305" r:id="rId52"/>
    <p:sldId id="311" r:id="rId53"/>
    <p:sldId id="312" r:id="rId54"/>
    <p:sldId id="306" r:id="rId55"/>
    <p:sldId id="313" r:id="rId56"/>
    <p:sldId id="314" r:id="rId57"/>
    <p:sldId id="315" r:id="rId58"/>
    <p:sldId id="307" r:id="rId59"/>
    <p:sldId id="331" r:id="rId60"/>
    <p:sldId id="316" r:id="rId61"/>
    <p:sldId id="320" r:id="rId62"/>
    <p:sldId id="321" r:id="rId63"/>
    <p:sldId id="333" r:id="rId64"/>
    <p:sldId id="317" r:id="rId65"/>
    <p:sldId id="322" r:id="rId66"/>
    <p:sldId id="324" r:id="rId67"/>
    <p:sldId id="323" r:id="rId68"/>
    <p:sldId id="325" r:id="rId69"/>
    <p:sldId id="319" r:id="rId7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5068710" y="1351763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トップ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55A8083-F0F4-C6D5-6DA7-CC778E716921}"/>
              </a:ext>
            </a:extLst>
          </p:cNvPr>
          <p:cNvSpPr/>
          <p:nvPr/>
        </p:nvSpPr>
        <p:spPr>
          <a:xfrm>
            <a:off x="87747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SMS</a:t>
            </a:r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の検索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0AED846-E516-7F42-9A40-9B60E1B2DF9D}"/>
              </a:ext>
            </a:extLst>
          </p:cNvPr>
          <p:cNvSpPr/>
          <p:nvPr/>
        </p:nvSpPr>
        <p:spPr>
          <a:xfrm>
            <a:off x="7164331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アプリの設定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9D7762F-3B9A-7B47-EADA-FE6360EC533D}"/>
              </a:ext>
            </a:extLst>
          </p:cNvPr>
          <p:cNvSpPr/>
          <p:nvPr/>
        </p:nvSpPr>
        <p:spPr>
          <a:xfrm>
            <a:off x="9259952" y="2901165"/>
            <a:ext cx="2448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設定の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インポート・エクスポート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0CE52A0-0F4F-45DF-163D-404B63EB7E87}"/>
              </a:ext>
            </a:extLst>
          </p:cNvPr>
          <p:cNvSpPr/>
          <p:nvPr/>
        </p:nvSpPr>
        <p:spPr>
          <a:xfrm>
            <a:off x="506871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送信先の設定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C86C1DF-534C-DF83-A6B5-C6EEDA69246D}"/>
              </a:ext>
            </a:extLst>
          </p:cNvPr>
          <p:cNvSpPr/>
          <p:nvPr/>
        </p:nvSpPr>
        <p:spPr>
          <a:xfrm>
            <a:off x="297309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ログの一覧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C99493BD-5628-55BD-86BF-8A5C7435555E}"/>
              </a:ext>
            </a:extLst>
          </p:cNvPr>
          <p:cNvSpPr/>
          <p:nvPr/>
        </p:nvSpPr>
        <p:spPr>
          <a:xfrm>
            <a:off x="7175620" y="4521120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引き継ぎ内容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の設定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7DD9F9D4-E03F-C373-5DCF-7E75AB7AB2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5400000">
            <a:off x="3368389" y="300844"/>
            <a:ext cx="1009402" cy="4191240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D2B84F6-D345-0306-0F6B-C1A0E0528A0A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rot="5400000">
            <a:off x="4416199" y="1348654"/>
            <a:ext cx="1009402" cy="209562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51D7624F-BE35-597C-3D77-05F231B29F57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5457659" y="2396464"/>
            <a:ext cx="1015752" cy="635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893ACFA-5990-C6DC-0549-9FA8B2FBF66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511819" y="1348653"/>
            <a:ext cx="1009402" cy="209562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7E9EEAA5-FE9F-DC54-AC2D-E60957033E42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721630" y="138843"/>
            <a:ext cx="1009402" cy="451524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30F5EBC2-1529-A0EB-92BC-2E9337A02B5D}"/>
              </a:ext>
            </a:extLst>
          </p:cNvPr>
          <p:cNvCxnSpPr>
            <a:cxnSpLocks/>
          </p:cNvCxnSpPr>
          <p:nvPr/>
        </p:nvCxnSpPr>
        <p:spPr>
          <a:xfrm rot="5400000">
            <a:off x="7530704" y="3987492"/>
            <a:ext cx="1079955" cy="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図 35">
            <a:extLst>
              <a:ext uri="{FF2B5EF4-FFF2-40B4-BE49-F238E27FC236}">
                <a16:creationId xmlns:a16="http://schemas.microsoft.com/office/drawing/2014/main" id="{D076426A-6B2F-CA3E-4EA0-17169AE70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38" y="1545172"/>
            <a:ext cx="10845724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FA3CCF6-552F-4B36-180F-909A9D58E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64" y="1352550"/>
            <a:ext cx="260985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72F541C-0D0B-4833-B51D-E2DBC69294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1074629"/>
            <a:ext cx="3076575" cy="1454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F97B400-2F47-C06D-101E-271C899E95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5679" y="556760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CDEEA67-173A-BC77-657B-030E467247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754488"/>
            <a:ext cx="3076575" cy="31691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09911C5-7900-A0E6-DDAA-167C090B2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102" y="624493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07CEBAB7-5A4B-628A-6076-3F2CF38C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463" y="912060"/>
            <a:ext cx="2523963" cy="5194242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F37917A-995F-6DA5-3E66-2F0908470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8802" y="915177"/>
            <a:ext cx="252412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F928D926-25D0-CF3F-9C41-6200D139B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2828925"/>
            <a:ext cx="2457450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E7EE-BD1F-131F-C4EA-53AD17686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7E5DC73-F15B-C6DF-4771-92EF52D3D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578" y="7833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E80FA94-ECD1-E551-8A72-8952949E17CC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CD3D41A-6A46-2D54-0E34-213AFFDA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37" y="1478111"/>
            <a:ext cx="3310415" cy="390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8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68F23A-E05B-4137-F3E6-13AFF60BB7F4}"/>
              </a:ext>
            </a:extLst>
          </p:cNvPr>
          <p:cNvSpPr/>
          <p:nvPr/>
        </p:nvSpPr>
        <p:spPr>
          <a:xfrm>
            <a:off x="9936804" y="3338688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82589A1-46E5-D614-071C-2F2183A72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611" y="2829751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2079587-2A55-7474-65DB-A734497B81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209" y="11897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616123" y="1975556"/>
            <a:ext cx="3137477" cy="26303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7358EC-8B24-B9E1-5742-0BC70F97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69" y="1576662"/>
            <a:ext cx="3310415" cy="390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D3A2763-BF57-3CC0-F103-CCCF47753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80" y="463940"/>
            <a:ext cx="2799642" cy="575775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7046847" y="3320239"/>
            <a:ext cx="2582576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A842D1F-2EA4-B884-272E-21B0D2203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46" y="548390"/>
            <a:ext cx="2798307" cy="576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8A6A04-E25F-4174-2822-3F855B127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7179" y="523875"/>
            <a:ext cx="2771775" cy="58102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7611358" y="2698044"/>
            <a:ext cx="2638954" cy="3251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F35997-CF5D-33D0-7D23-11320F1AF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835" y="524004"/>
            <a:ext cx="2780017" cy="580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A8745EF-85F6-95B1-D648-431E6C492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949" y="268309"/>
            <a:ext cx="3125258" cy="6589691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CB0877C-E768-2C5A-AB40-51E19011F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460" y="133826"/>
            <a:ext cx="3127519" cy="659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0AAF7053-8A87-07A3-B483-9A8B1B00C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6982055" y="5840871"/>
            <a:ext cx="2500612" cy="3508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BB518D0-19B3-2CFD-2F55-AB0944C3190A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2C6DD0-D20D-637E-BBD5-173666BF54AB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0EF9A040-281E-8F5F-5003-C4520CF10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038" y="584969"/>
            <a:ext cx="2688569" cy="568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BBF35-7310-F22F-B4FA-CDCC8B5E8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5DFB923-84B6-85D0-BF9A-2B40C4016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BBD515A-E912-B0CE-97A5-00AD8386A4FB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1E50FF6-7EE2-CE2E-7CB9-2340EC2026B4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860856C-1699-661C-8F00-C6A7D71E2122}"/>
              </a:ext>
            </a:extLst>
          </p:cNvPr>
          <p:cNvSpPr/>
          <p:nvPr/>
        </p:nvSpPr>
        <p:spPr>
          <a:xfrm>
            <a:off x="6959477" y="1684680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CCAEB4-453C-C06A-87FE-1BF08E99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826" y="656814"/>
            <a:ext cx="2688569" cy="56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5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93E23F9-A23C-1F0D-1760-3A8A7F0B6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7179" y="523875"/>
            <a:ext cx="2771775" cy="581025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8894354" y="1677907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7618709" y="3265313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7618709" y="452397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24423E1-BA91-049F-9EE4-1DD9CB7A9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885" y="930404"/>
            <a:ext cx="2773920" cy="580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7F128B-85F6-6916-3E83-8B356B535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031" y="1190803"/>
            <a:ext cx="245745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D9B6637-F8A4-C138-2D96-937CDFCD2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031" y="1190803"/>
            <a:ext cx="2457450" cy="42005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6600737" y="2360711"/>
            <a:ext cx="2332038" cy="2945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C8870F2-6ED5-9A7E-E549-E834C62D8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705" y="1328746"/>
            <a:ext cx="2456901" cy="42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0562874-B0A5-502F-389A-066615AF3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031" y="1190803"/>
            <a:ext cx="2457450" cy="42005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6614756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3AB1822-D5AA-AD4C-A1C8-165416C92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305" y="1179531"/>
            <a:ext cx="2456901" cy="42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01A5C5F-8A17-9642-C2BD-D82A2B0AA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001" y="404987"/>
            <a:ext cx="2466975" cy="4191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7636488" y="2015065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1FC8176-C385-392A-F5EE-A075193E6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7039" y="1749483"/>
            <a:ext cx="2469094" cy="41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EBFE9D-3423-958E-8DE8-D8E6E6D33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031" y="1190803"/>
            <a:ext cx="2457450" cy="42005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EAE9552-2E3F-A4B5-048A-B869B3667AFB}"/>
              </a:ext>
            </a:extLst>
          </p:cNvPr>
          <p:cNvSpPr/>
          <p:nvPr/>
        </p:nvSpPr>
        <p:spPr>
          <a:xfrm flipV="1">
            <a:off x="7777512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7403FCC-67D4-6795-FFBD-B0B235FAD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038" y="1190820"/>
            <a:ext cx="2456901" cy="42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42491E88-EA98-2CE3-BC97-BB5F4D03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423" y="2343678"/>
            <a:ext cx="2162175" cy="16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2696256-FF48-16AB-A9EF-F1F690C27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33437"/>
            <a:ext cx="246697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70B102C-29BD-25BC-3ED3-C585A7097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7340799" y="1310715"/>
            <a:ext cx="2299912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0D3BAA8-B142-AAF8-D208-AC557D873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964" y="685123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B27F307-5E01-1152-2949-903A5A195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58769B-B7A8-F62C-D566-DD06A27BF04E}"/>
              </a:ext>
            </a:extLst>
          </p:cNvPr>
          <p:cNvSpPr/>
          <p:nvPr/>
        </p:nvSpPr>
        <p:spPr>
          <a:xfrm flipV="1">
            <a:off x="8131021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5C05079-7DA2-2BD2-454F-4B11B1A82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142" y="1022526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C366ABA-E253-FCC4-A064-0604700A6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487" y="968904"/>
            <a:ext cx="2466975" cy="519112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C0A1AE-D8F2-3315-A61B-D2D481B46044}"/>
              </a:ext>
            </a:extLst>
          </p:cNvPr>
          <p:cNvSpPr/>
          <p:nvPr/>
        </p:nvSpPr>
        <p:spPr>
          <a:xfrm flipV="1">
            <a:off x="8774488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63BCF32-08E6-956C-2234-EFE93350C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253" y="606101"/>
            <a:ext cx="2469094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BF7BA4D-1C8B-C1A0-FF4B-4258B844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083" y="1474611"/>
            <a:ext cx="2627541" cy="283774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94D569C-ED7E-3105-BFE9-BF9BAE90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264" y="1477470"/>
            <a:ext cx="2627604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C120-0A0F-47B0-5B6D-C85801A2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6B96605-9527-C9B8-6ECE-686C1209A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362" y="2266950"/>
            <a:ext cx="1819275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57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368330C-DFC1-F7E0-03D6-25EFC1536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1343025"/>
            <a:ext cx="18478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A934-B5B4-4F7C-A39F-A4AFB895D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C421E8E-1F5F-0AA6-B3A9-D02C3C7AB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7312" y="1600200"/>
            <a:ext cx="185737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704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E842101-0487-11F7-A4BF-C2A9F25E7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025" y="2238375"/>
            <a:ext cx="1885950" cy="2381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5186892" y="4265082"/>
            <a:ext cx="180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F9709DF-D060-7F4A-487F-21E554D88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126" y="2025339"/>
            <a:ext cx="1889924" cy="23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036C-1D18-A20F-F0EC-5EFBF2968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84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EC78A12-E00C-C7E9-DF7C-2433DF2CF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037" y="1114425"/>
            <a:ext cx="244792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2B22-E0F8-93E1-299C-A9D72D4E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C55459D-F62E-84BE-53C8-E3E55C7C6C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4837" y="2581275"/>
            <a:ext cx="3007623" cy="15165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BDB623-6D7E-7373-9A31-729FECC3DDAE}"/>
              </a:ext>
            </a:extLst>
          </p:cNvPr>
          <p:cNvSpPr/>
          <p:nvPr/>
        </p:nvSpPr>
        <p:spPr>
          <a:xfrm flipV="1">
            <a:off x="4662435" y="2901083"/>
            <a:ext cx="2618898" cy="36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5EA6F89-95A3-69B7-284F-332172707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152" y="3856759"/>
            <a:ext cx="3011685" cy="151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221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F4E4-E540-A59D-A6C6-CAC18A1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EF20245-D36F-5684-0D26-EB281EB6F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17B575-FAD5-D02B-C141-39BDA208C5CD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87DBB7C-A10C-F4DD-B83D-4105B3287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3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64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CD1176-A5ED-E135-D68A-882A210968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ED94132-6599-908A-6E05-913E0EF6DBD3}"/>
              </a:ext>
            </a:extLst>
          </p:cNvPr>
          <p:cNvSpPr/>
          <p:nvPr/>
        </p:nvSpPr>
        <p:spPr>
          <a:xfrm flipV="1">
            <a:off x="5238168" y="347697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6ED1A12-EA44-28C0-F5A6-CBE05EB9C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20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4906FB4-59AD-DCC4-7855-983DC351C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5349EF4-7D4A-FE18-DB48-DF7865E45C50}"/>
              </a:ext>
            </a:extLst>
          </p:cNvPr>
          <p:cNvSpPr/>
          <p:nvPr/>
        </p:nvSpPr>
        <p:spPr>
          <a:xfrm flipV="1">
            <a:off x="5238168" y="4605859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2ED9246-1320-B3AF-1A2B-ECD235CAF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714D473-B715-B228-1159-D8CA838EB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201333"/>
            <a:ext cx="2507724" cy="2765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31BFEDF-222E-E8CA-24DE-03101EB4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027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054A0-7104-EC54-EA25-9370C5F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214708-A4A6-AB52-7A9D-5E5A48C4C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183C815-DE49-981E-BC5C-7A1B907A5EDB}"/>
              </a:ext>
            </a:extLst>
          </p:cNvPr>
          <p:cNvSpPr/>
          <p:nvPr/>
        </p:nvSpPr>
        <p:spPr>
          <a:xfrm flipV="1">
            <a:off x="5354128" y="4967110"/>
            <a:ext cx="2507724" cy="17046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BD56D5C7-3B7C-6192-3D50-0B6B714AE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384" y="624275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307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E62E-D462-AC8C-7AA8-D7BD513A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256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BD288A6-8140-1918-53BC-A449E51CF6CA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074F746E-DECA-1836-0329-D6E6C741E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3EE9E1E-0D6D-408A-BF5B-94362489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471F83D-6595-2067-985E-86FBA6312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240" y="2231495"/>
            <a:ext cx="2931760" cy="304084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68E26EA-30CB-2F60-91E9-EE58A209C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63" y="1535383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8ED052F-D44B-9807-1E44-10BB3227B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797" y="1734783"/>
            <a:ext cx="2931760" cy="304084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562578"/>
            <a:ext cx="2590677" cy="14430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7AAA5B1-C948-C36F-76C8-FF522B87C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563" y="1910964"/>
            <a:ext cx="2932430" cy="303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2827DB6-27CE-3F24-926A-6924EE078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686" y="1908575"/>
            <a:ext cx="2931760" cy="304084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73067" y="2156178"/>
            <a:ext cx="925689" cy="4379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B6DA55-150F-6956-F740-E9DE521D2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052" y="1693427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7FF4176-92C0-7EF3-2849-013FA8F59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331" y="1661552"/>
            <a:ext cx="3332516" cy="35348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391331" y="1661552"/>
            <a:ext cx="3332516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C0FDFE0-92EB-41CB-ADAE-B5AEA4E95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36" y="1082224"/>
            <a:ext cx="3365284" cy="35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01914199-3BBA-2F7A-6757-BEBF94AAC2D7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EE03274-D8B1-5D8A-43F5-7399B5F1D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79758214-C9E9-2EC3-572B-D4BBE06C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657019" y="5462205"/>
            <a:ext cx="2880000" cy="3789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BF517F0-B1A9-E408-A4A8-EAEED6E2F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943" y="891543"/>
            <a:ext cx="2999492" cy="441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1192</TotalTime>
  <Words>23</Words>
  <Application>Microsoft Office PowerPoint</Application>
  <PresentationFormat>ワイド画面</PresentationFormat>
  <Paragraphs>10</Paragraphs>
  <Slides>69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69</vt:i4>
      </vt:variant>
    </vt:vector>
  </HeadingPairs>
  <TitlesOfParts>
    <vt:vector size="74" baseType="lpstr">
      <vt:lpstr>BIZ UDゴシック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52</cp:revision>
  <dcterms:created xsi:type="dcterms:W3CDTF">2026-09-04T16:32:46Z</dcterms:created>
  <dcterms:modified xsi:type="dcterms:W3CDTF">2026-09-23T11:13:25Z</dcterms:modified>
</cp:coreProperties>
</file>