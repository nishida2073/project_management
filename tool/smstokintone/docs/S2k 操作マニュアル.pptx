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29" r:id="rId17"/>
    <p:sldId id="330" r:id="rId18"/>
    <p:sldId id="271" r:id="rId19"/>
    <p:sldId id="270" r:id="rId20"/>
    <p:sldId id="272" r:id="rId21"/>
    <p:sldId id="273" r:id="rId22"/>
    <p:sldId id="274" r:id="rId23"/>
    <p:sldId id="275" r:id="rId24"/>
    <p:sldId id="326" r:id="rId25"/>
    <p:sldId id="276" r:id="rId26"/>
    <p:sldId id="32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334" r:id="rId37"/>
    <p:sldId id="287" r:id="rId38"/>
    <p:sldId id="335" r:id="rId39"/>
    <p:sldId id="332" r:id="rId40"/>
    <p:sldId id="288" r:id="rId41"/>
    <p:sldId id="289" r:id="rId42"/>
    <p:sldId id="290" r:id="rId43"/>
    <p:sldId id="301" r:id="rId44"/>
    <p:sldId id="303" r:id="rId45"/>
    <p:sldId id="302" r:id="rId46"/>
    <p:sldId id="292" r:id="rId47"/>
    <p:sldId id="310" r:id="rId48"/>
    <p:sldId id="305" r:id="rId49"/>
    <p:sldId id="311" r:id="rId50"/>
    <p:sldId id="312" r:id="rId51"/>
    <p:sldId id="306" r:id="rId52"/>
    <p:sldId id="313" r:id="rId53"/>
    <p:sldId id="314" r:id="rId54"/>
    <p:sldId id="315" r:id="rId55"/>
    <p:sldId id="307" r:id="rId56"/>
    <p:sldId id="331" r:id="rId57"/>
    <p:sldId id="316" r:id="rId58"/>
    <p:sldId id="320" r:id="rId59"/>
    <p:sldId id="321" r:id="rId60"/>
    <p:sldId id="333" r:id="rId61"/>
    <p:sldId id="317" r:id="rId62"/>
    <p:sldId id="322" r:id="rId63"/>
    <p:sldId id="324" r:id="rId64"/>
    <p:sldId id="323" r:id="rId65"/>
    <p:sldId id="325" r:id="rId66"/>
    <p:sldId id="319" r:id="rId6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15B7E8-AA9A-4423-B138-E3334F57F1F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6335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JP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JP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89E89CB-0DB1-2722-8977-990DFB322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693ECF-713E-7D3E-4423-4356C8551072}"/>
              </a:ext>
            </a:extLst>
          </p:cNvPr>
          <p:cNvSpPr/>
          <p:nvPr/>
        </p:nvSpPr>
        <p:spPr>
          <a:xfrm>
            <a:off x="7105934" y="934400"/>
            <a:ext cx="3076575" cy="15943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608358F-36F9-DF2F-E02D-C5C581AA7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3766" y="1074629"/>
            <a:ext cx="3103133" cy="42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067ECD9-5EF1-F975-ED55-0290064C2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934" y="934400"/>
            <a:ext cx="3076575" cy="42672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1C965D-0FCD-7A43-3293-B86332677F40}"/>
              </a:ext>
            </a:extLst>
          </p:cNvPr>
          <p:cNvSpPr/>
          <p:nvPr/>
        </p:nvSpPr>
        <p:spPr>
          <a:xfrm flipV="1">
            <a:off x="7105934" y="2698043"/>
            <a:ext cx="3076575" cy="25035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EE4ADC-A0D4-C9DE-8968-889DEB927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745" y="778070"/>
            <a:ext cx="3103133" cy="42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1A0164B-C782-D160-EB36-39DC4A6B67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895350"/>
            <a:ext cx="2678466" cy="550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961F38AC-7893-9B1D-84AD-9FB6127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6779" y="1095517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7834979" y="1523651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13FB472E-CCAA-8BBD-E531-0C49355E4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20" y="137142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9889435" y="3276760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71C1FA1-27D3-4B50-4CB8-186A04308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63" y="3429000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1C567024-1768-2BB6-1A4B-1A021FADC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274" y="1253562"/>
            <a:ext cx="3556045" cy="411752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529209" y="2106175"/>
            <a:ext cx="3223063" cy="2713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1A3512-BBED-5B62-31E2-310FBCCEC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47" y="704401"/>
            <a:ext cx="3560373" cy="411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B7A9518-F81F-93FD-210C-F7BB9594A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0138" y="291768"/>
            <a:ext cx="3098641" cy="636477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53601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32A50D1-6DF0-828A-BE40-808867DF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38" y="0"/>
            <a:ext cx="3097036" cy="636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8401C0-E28B-BED3-158E-A45E814E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38743"/>
            <a:ext cx="3134637" cy="639030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38442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38442" y="5630282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0F7222-7E7E-15D6-51B4-7DA083D34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58" y="115888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2F892AF-1823-0BCC-8550-31439E77A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082" y="177812"/>
            <a:ext cx="3237257" cy="6560677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0717C2F-2199-8456-B5BD-A48E99A95EDA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402F4F-96DD-F85E-0F2E-FAF063F5A38B}"/>
              </a:ext>
            </a:extLst>
          </p:cNvPr>
          <p:cNvSpPr/>
          <p:nvPr/>
        </p:nvSpPr>
        <p:spPr>
          <a:xfrm>
            <a:off x="4624683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DC1CDD-4D0B-3DA1-D90D-3DCA3BBEC216}"/>
              </a:ext>
            </a:extLst>
          </p:cNvPr>
          <p:cNvSpPr/>
          <p:nvPr/>
        </p:nvSpPr>
        <p:spPr>
          <a:xfrm>
            <a:off x="4624683" y="56754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88C704E-29EA-5829-DCC7-F17E0626E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371" y="149067"/>
            <a:ext cx="3237257" cy="65598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0751BA4-D06B-56BF-BDEE-6A354B449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48" y="66623"/>
            <a:ext cx="3237257" cy="655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0717F4-28DE-BD8F-4990-36D6EFD8F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0571" y="-149566"/>
            <a:ext cx="3237257" cy="656067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865511" y="2336799"/>
            <a:ext cx="2822222" cy="3465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157A42-B6EC-3C81-3C63-731E26C49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49" y="-271670"/>
            <a:ext cx="3237257" cy="6565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1F27290-2763-DD4D-185D-9689156A8E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49" y="1162755"/>
            <a:ext cx="2447925" cy="51054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7445022" y="3296877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A7185E6-3CC9-BF5F-4BD1-5D5F5F367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80" y="606669"/>
            <a:ext cx="2444708" cy="510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1860D61-3BCD-1B1F-AAD0-8D6BDF0DC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311" y="250032"/>
            <a:ext cx="3134637" cy="6390303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33966" y="6180426"/>
            <a:ext cx="291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17C9D3-21C3-E6E0-7695-F8A409FE1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58" y="234419"/>
            <a:ext cx="3133616" cy="63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032ACD8-87DE-B5A2-C54A-641D80D19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904" y="761822"/>
            <a:ext cx="2476500" cy="490537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BAE6B9-FD2B-43C8-F1B4-A9653DB4D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70" y="1133191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DEF04-DE05-BCD1-E729-150EBF804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4881562" y="2218263"/>
            <a:ext cx="2332038" cy="31778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16D9A8E-A37B-01A3-3C85-EACFC1075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82" y="602613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035C4A0-9FD9-8272-3BF2-680E55A0F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940302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FC332EF-8B02-F1F5-67E0-BA4568BF6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138" y="975146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A7AEA87-3E52-7D9F-D0A9-028D31142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9798" y="871888"/>
            <a:ext cx="2409825" cy="4752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5891412" y="2500487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226BECE-7245-3600-33CA-10BA5ED80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709" y="1171553"/>
            <a:ext cx="2414225" cy="475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AE2795A-9530-FCC7-86E3-18CF4E692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1" y="976312"/>
            <a:ext cx="2476500" cy="490537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1147E11-496D-B9BC-0545-DCEE5F47D357}"/>
              </a:ext>
            </a:extLst>
          </p:cNvPr>
          <p:cNvSpPr/>
          <p:nvPr/>
        </p:nvSpPr>
        <p:spPr>
          <a:xfrm flipV="1">
            <a:off x="6091769" y="1320800"/>
            <a:ext cx="1152000" cy="34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EA4A3BE-8FF5-C211-BA85-C32D4B8DF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510" y="993738"/>
            <a:ext cx="2475191" cy="490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52C08ED-5EF5-3323-B86A-C3053FDE8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25" y="2614612"/>
            <a:ext cx="2114550" cy="162877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E7DD4AD-C853-103D-CD2C-858F32F7D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56" y="2756224"/>
            <a:ext cx="2109399" cy="162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76A6077F-26C9-8905-2498-FAD0A9F6A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512" y="790575"/>
            <a:ext cx="2466975" cy="527685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E5D71B5-8353-159A-A7E6-7B766031A5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334" y="327730"/>
            <a:ext cx="2466975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8F131C7-07A9-8ECC-B7FC-5370BA5A9996}"/>
              </a:ext>
            </a:extLst>
          </p:cNvPr>
          <p:cNvGrpSpPr/>
          <p:nvPr/>
        </p:nvGrpSpPr>
        <p:grpSpPr>
          <a:xfrm>
            <a:off x="5577748" y="757559"/>
            <a:ext cx="3407762" cy="4503063"/>
            <a:chOff x="5577748" y="757559"/>
            <a:chExt cx="3407762" cy="450306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91AF953-2E58-450B-C395-A92D35038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57559"/>
              <a:ext cx="3365691" cy="4503063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892C6FA-8CFF-E60C-57CA-6DE912670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A4AFD64-4992-3B64-A7ED-23D3956A9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620" y="1254270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1258F47-AB0C-48D7-9D6D-761925F014F0}"/>
              </a:ext>
            </a:extLst>
          </p:cNvPr>
          <p:cNvGrpSpPr/>
          <p:nvPr/>
        </p:nvGrpSpPr>
        <p:grpSpPr>
          <a:xfrm>
            <a:off x="5566460" y="768848"/>
            <a:ext cx="3407762" cy="4503063"/>
            <a:chOff x="5577748" y="701114"/>
            <a:chExt cx="3407762" cy="4503063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0BE172D0-F5E0-3C1B-F6E7-A1567FF13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01114"/>
              <a:ext cx="3365691" cy="4503063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FBD6206-FF31-BAA2-AF0A-179041C698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AFD9191-7691-16E0-D1E0-E1F778F68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5309" y="766577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CA49CA6-2C38-1055-8FA2-17655D6B32A8}"/>
              </a:ext>
            </a:extLst>
          </p:cNvPr>
          <p:cNvGrpSpPr/>
          <p:nvPr/>
        </p:nvGrpSpPr>
        <p:grpSpPr>
          <a:xfrm>
            <a:off x="5566460" y="768848"/>
            <a:ext cx="3407762" cy="4503063"/>
            <a:chOff x="5577748" y="701114"/>
            <a:chExt cx="3407762" cy="4503063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67DF63C-D01F-8F55-4EE4-50D345569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77748" y="701114"/>
              <a:ext cx="3365691" cy="4503063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3BF7B8F7-0479-8012-569F-004B0F801D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726311" y="4215695"/>
              <a:ext cx="259199" cy="571500"/>
            </a:xfrm>
            <a:prstGeom prst="rect">
              <a:avLst/>
            </a:prstGeom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2F8242F-4367-BE3A-8D6C-02C78EDF1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668" y="1176333"/>
            <a:ext cx="3407959" cy="45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BF7BA4D-1C8B-C1A0-FF4B-4258B8442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3083" y="1474611"/>
            <a:ext cx="2627541" cy="2837745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94D569C-ED7E-3105-BFE9-BF9BAE90F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264" y="1477470"/>
            <a:ext cx="2627604" cy="283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43ABE115-C978-FDA9-E4CD-351CEB006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159" y="3974859"/>
            <a:ext cx="2795375" cy="221145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7C7F156-4048-B9C9-6055-BC708369D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346" y="2085413"/>
            <a:ext cx="2798307" cy="221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33C8BD-AF9A-B525-033C-556B4F668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178" y="2724150"/>
            <a:ext cx="3028072" cy="172367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414016" y="4063999"/>
            <a:ext cx="2833452" cy="3838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141EB49-DABD-2FC2-EF4A-BC7B8ADBD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03" y="2173374"/>
            <a:ext cx="3029975" cy="17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4036C-1D18-A20F-F0EC-5EFBF2968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52884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EC78A12-E00C-C7E9-DF7C-2433DF2CF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2037" y="1114425"/>
            <a:ext cx="2447925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E2B22-E0F8-93E1-299C-A9D72D4E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C55459D-F62E-84BE-53C8-E3E55C7C6C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4837" y="2581275"/>
            <a:ext cx="3007623" cy="151659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0BDB623-6D7E-7373-9A31-729FECC3DDAE}"/>
              </a:ext>
            </a:extLst>
          </p:cNvPr>
          <p:cNvSpPr/>
          <p:nvPr/>
        </p:nvSpPr>
        <p:spPr>
          <a:xfrm flipV="1">
            <a:off x="4662435" y="2901083"/>
            <a:ext cx="2618898" cy="36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5EA6F89-95A3-69B7-284F-332172707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152" y="3856759"/>
            <a:ext cx="3011685" cy="1518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9221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8F4E4-E540-A59D-A6C6-CAC18A169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EF20245-D36F-5684-0D26-EB281EB6F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817B575-FAD5-D02B-C141-39BDA208C5CD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B87DBB7C-A10C-F4DD-B83D-4105B3287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1309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1640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FCD1176-A5ED-E135-D68A-882A210968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ED94132-6599-908A-6E05-913E0EF6DBD3}"/>
              </a:ext>
            </a:extLst>
          </p:cNvPr>
          <p:cNvSpPr/>
          <p:nvPr/>
        </p:nvSpPr>
        <p:spPr>
          <a:xfrm flipV="1">
            <a:off x="5238168" y="347697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6ED1A12-EA44-28C0-F5A6-CBE05EB9C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20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4906FB4-59AD-DCC4-7855-983DC351C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684" y="1806214"/>
            <a:ext cx="2632365" cy="36298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5349EF4-7D4A-FE18-DB48-DF7865E45C50}"/>
              </a:ext>
            </a:extLst>
          </p:cNvPr>
          <p:cNvSpPr/>
          <p:nvPr/>
        </p:nvSpPr>
        <p:spPr>
          <a:xfrm flipV="1">
            <a:off x="5238168" y="4605859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2ED9246-1320-B3AF-1A2B-ECD235CAF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909" y="1802576"/>
            <a:ext cx="2627604" cy="363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7AD0AEC-27E2-8B5C-9571-83577D7523FA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A7380CB-4776-9FC2-412D-61396F509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D726892F-00B9-03B7-EAD4-735AC0B40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92800" y="1083733"/>
            <a:ext cx="1986844" cy="3089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80FF2B9-B9FB-D366-03D4-E2160B597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99" y="1483097"/>
            <a:ext cx="4700423" cy="346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59D0129-1F31-9C84-FC31-46E24BC87C80}"/>
              </a:ext>
            </a:extLst>
          </p:cNvPr>
          <p:cNvGrpSpPr/>
          <p:nvPr/>
        </p:nvGrpSpPr>
        <p:grpSpPr>
          <a:xfrm>
            <a:off x="5720041" y="734156"/>
            <a:ext cx="4699414" cy="3439154"/>
            <a:chOff x="5776675" y="681290"/>
            <a:chExt cx="4280910" cy="3057525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B22852EC-7557-7F2D-F960-5BC4DF067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F07B095-56BD-B399-5DB9-88DE37104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8228796" y="805264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C2A507F-634D-8A90-57A0-CFF2BB12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32" y="2203424"/>
            <a:ext cx="4700423" cy="344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43BB04C-FF45-91E5-5B4B-A2AFEB8D70E0}"/>
              </a:ext>
            </a:extLst>
          </p:cNvPr>
          <p:cNvGrpSpPr/>
          <p:nvPr/>
        </p:nvGrpSpPr>
        <p:grpSpPr>
          <a:xfrm>
            <a:off x="5776675" y="681290"/>
            <a:ext cx="4699414" cy="3439154"/>
            <a:chOff x="5776675" y="681290"/>
            <a:chExt cx="4280910" cy="3057525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A63D910F-D352-267D-315E-2B20037DB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6675" y="681290"/>
              <a:ext cx="2095500" cy="3057525"/>
            </a:xfrm>
            <a:prstGeom prst="rect">
              <a:avLst/>
            </a:prstGeom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DFAB821F-DD9E-59A3-1569-912868D09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2560" y="744507"/>
              <a:ext cx="2105025" cy="248602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8285430" y="1431440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AB8B716-3E44-CCCF-AC89-A479A4991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566" y="1829498"/>
            <a:ext cx="470042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65A1207-5FAB-B018-0D30-914D95C48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7460329" y="1282496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24F3D13-821A-66C1-188C-B54DBDFE2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825" y="1572607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73C0FE4-B2EF-2E5E-EEA9-3200D2A8F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134" y="890206"/>
            <a:ext cx="2550334" cy="371487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2C74774-31EB-5B71-547D-1A8A5F0C5793}"/>
              </a:ext>
            </a:extLst>
          </p:cNvPr>
          <p:cNvSpPr/>
          <p:nvPr/>
        </p:nvSpPr>
        <p:spPr>
          <a:xfrm>
            <a:off x="7460329" y="2349294"/>
            <a:ext cx="2166257" cy="2087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85130C9-2CE1-D77B-B9B4-367BA017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692" y="1403273"/>
            <a:ext cx="2548349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714D473-B715-B228-1159-D8CA838EB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487" y="1671636"/>
            <a:ext cx="3118380" cy="520670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201333"/>
            <a:ext cx="2507724" cy="2765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31BFEDF-222E-E8CA-24DE-03101EB49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9027"/>
            <a:ext cx="3121423" cy="52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054A0-7104-EC54-EA25-9370C5F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214708-A4A6-AB52-7A9D-5E5A48C4C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487" y="1671636"/>
            <a:ext cx="3118380" cy="5206707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183C815-DE49-981E-BC5C-7A1B907A5EDB}"/>
              </a:ext>
            </a:extLst>
          </p:cNvPr>
          <p:cNvSpPr/>
          <p:nvPr/>
        </p:nvSpPr>
        <p:spPr>
          <a:xfrm flipV="1">
            <a:off x="5354128" y="4967110"/>
            <a:ext cx="2507724" cy="17046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BD56D5C7-3B7C-6192-3D50-0B6B714AE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384" y="624275"/>
            <a:ext cx="3121423" cy="520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3077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9E62E-D462-AC8C-7AA8-D7BD513A8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2256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BD288A6-8140-1918-53BC-A449E51CF6CA}"/>
              </a:ext>
            </a:extLst>
          </p:cNvPr>
          <p:cNvGrpSpPr/>
          <p:nvPr/>
        </p:nvGrpSpPr>
        <p:grpSpPr>
          <a:xfrm>
            <a:off x="4600575" y="1438275"/>
            <a:ext cx="3000375" cy="4402844"/>
            <a:chOff x="4600575" y="1438275"/>
            <a:chExt cx="3000375" cy="440284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074F746E-DECA-1836-0329-D6E6C741EC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0575" y="4764794"/>
              <a:ext cx="3000375" cy="1076325"/>
            </a:xfrm>
            <a:prstGeom prst="rect">
              <a:avLst/>
            </a:prstGeom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73EE9E1E-0D6D-408A-BF5B-94362489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5337" y="1438275"/>
              <a:ext cx="2990850" cy="39814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A471F83D-6595-2067-985E-86FBA6312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240" y="2231495"/>
            <a:ext cx="2931760" cy="304084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68E26EA-30CB-2F60-91E9-EE58A209C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63" y="1535383"/>
            <a:ext cx="2932430" cy="30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8ED052F-D44B-9807-1E44-10BB3227B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797" y="1734783"/>
            <a:ext cx="2931760" cy="3040849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562578"/>
            <a:ext cx="2590677" cy="14430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7AAA5B1-C948-C36F-76C8-FF522B87C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3563" y="1910964"/>
            <a:ext cx="2932430" cy="303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2827DB6-27CE-3F24-926A-6924EE0787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686" y="1908575"/>
            <a:ext cx="2931760" cy="304084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73067" y="2156178"/>
            <a:ext cx="925689" cy="4379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FB6DA55-150F-6956-F740-E9DE521D2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052" y="1693427"/>
            <a:ext cx="2932430" cy="30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77FF4176-92C0-7EF3-2849-013FA8F59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331" y="1661552"/>
            <a:ext cx="3332516" cy="35348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391331" y="1661552"/>
            <a:ext cx="3332516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C0FDFE0-92EB-41CB-ADAE-B5AEA4E95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36" y="1082224"/>
            <a:ext cx="3365284" cy="354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01914199-3BBA-2F7A-6757-BEBF94AAC2D7}"/>
              </a:ext>
            </a:extLst>
          </p:cNvPr>
          <p:cNvGrpSpPr/>
          <p:nvPr/>
        </p:nvGrpSpPr>
        <p:grpSpPr>
          <a:xfrm>
            <a:off x="4600575" y="1438275"/>
            <a:ext cx="3000375" cy="4402844"/>
            <a:chOff x="4600575" y="1438275"/>
            <a:chExt cx="3000375" cy="4402844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1EE03274-D8B1-5D8A-43F5-7399B5F1D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0575" y="4764794"/>
              <a:ext cx="3000375" cy="1076325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79758214-C9E9-2EC3-572B-D4BBE06C6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05337" y="1438275"/>
              <a:ext cx="2990850" cy="3981450"/>
            </a:xfrm>
            <a:prstGeom prst="rect">
              <a:avLst/>
            </a:prstGeom>
          </p:spPr>
        </p:pic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4657019" y="5462205"/>
            <a:ext cx="2880000" cy="37891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BF517F0-B1A9-E408-A4A8-EAEED6E2F8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943" y="891543"/>
            <a:ext cx="2999492" cy="4419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</TotalTime>
  <Words>3</Words>
  <Application>Microsoft Office PowerPoint</Application>
  <PresentationFormat>ワイド画面</PresentationFormat>
  <Paragraphs>2</Paragraphs>
  <Slides>66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66</vt:i4>
      </vt:variant>
    </vt:vector>
  </HeadingPairs>
  <TitlesOfParts>
    <vt:vector size="7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45</cp:revision>
  <dcterms:created xsi:type="dcterms:W3CDTF">2026-09-04T16:32:46Z</dcterms:created>
  <dcterms:modified xsi:type="dcterms:W3CDTF">2026-09-12T01:26:37Z</dcterms:modified>
</cp:coreProperties>
</file>