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326" r:id="rId22"/>
    <p:sldId id="276" r:id="rId23"/>
    <p:sldId id="32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301" r:id="rId38"/>
    <p:sldId id="303" r:id="rId39"/>
    <p:sldId id="302" r:id="rId40"/>
    <p:sldId id="304" r:id="rId41"/>
    <p:sldId id="292" r:id="rId42"/>
    <p:sldId id="310" r:id="rId43"/>
    <p:sldId id="305" r:id="rId44"/>
    <p:sldId id="311" r:id="rId45"/>
    <p:sldId id="312" r:id="rId46"/>
    <p:sldId id="306" r:id="rId47"/>
    <p:sldId id="313" r:id="rId48"/>
    <p:sldId id="314" r:id="rId49"/>
    <p:sldId id="315" r:id="rId50"/>
    <p:sldId id="307" r:id="rId51"/>
    <p:sldId id="316" r:id="rId52"/>
    <p:sldId id="320" r:id="rId53"/>
    <p:sldId id="321" r:id="rId54"/>
    <p:sldId id="317" r:id="rId55"/>
    <p:sldId id="322" r:id="rId56"/>
    <p:sldId id="324" r:id="rId57"/>
    <p:sldId id="323" r:id="rId58"/>
    <p:sldId id="325" r:id="rId59"/>
    <p:sldId id="319" r:id="rId60"/>
    <p:sldId id="308" r:id="rId61"/>
    <p:sldId id="293" r:id="rId62"/>
    <p:sldId id="294" r:id="rId63"/>
    <p:sldId id="295" r:id="rId64"/>
    <p:sldId id="296" r:id="rId65"/>
    <p:sldId id="297" r:id="rId66"/>
    <p:sldId id="298" r:id="rId6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A84E11-35A2-7B0B-EDF4-F8740AECA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46C241D-0D2C-A665-6957-3F4DB24E1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FFE914-DD8A-AA6D-0100-65A03E63C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D2F235-0F93-9F2D-6F0A-484B16C0D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D86A0C-9CC4-65EA-A97B-06D785373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6793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861C2B-2A7C-2DD6-9A7C-D7A51BBD9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2AE5C0-DF8C-2B4E-895E-7D6EE0266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FDE19E-EAE0-E555-112E-D0264E96C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D9DEC8-08A8-F1FB-DE67-EA13C4097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D0DD51-9F13-C990-EAE2-EDA58492A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7710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B55F2C-2B4D-9895-03F6-680B28F25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8E4CB07-7C1F-CD63-FAAC-2BA139783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850D2F-B75C-FDF1-E829-7B5AE9C6A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CFEB95-4A9D-AC9D-F4E8-C65C23CA3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EEFDBA-F932-1DEC-BD78-75DC4D29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9374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F6C977-6BB4-5BB9-0061-EE5703C37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1F2918-9F82-2F56-43B5-CB5DE82F94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07532A2-2E5F-C658-999F-5EE09E303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3B28348-C3DA-FBBE-5F76-1C298844C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6429C30-D03D-3097-6D41-77CD98ABB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9F55D7-B04E-FA45-BF59-92EF62158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6270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73576C-9C80-D00E-940C-5DB5959AC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096D7E-C438-5336-EB7B-D0E74DA3C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C8ADAB4-371B-A70A-1F70-894DD832C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3FE877B-B2F3-A9FB-86A0-75EF6A1AAC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6D4D551-288C-CF5C-38AC-DD30735161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F67EC7A-7CE0-D8C6-1DEB-B841ED15C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7907315-47F0-B09F-E8A4-96FA79C1C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59152C2-0654-4C1C-BE47-C731BBA16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6702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354ADD-CD24-3441-29AC-2B67F872F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EDB6177-E380-095E-B506-C102BAC48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D5BF503-1E66-C34E-6B83-2B9F8DE33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A1AB96E-6506-F94A-4791-E2F75F5B1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9740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0B24BC6-5D30-B46B-E84A-5EBDE873D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247332C-1BA4-29DB-36F8-EFEBA7821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EE878B9-E910-5BFB-BC7A-7384FBA0F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7595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E4BF99-FAB3-9FBD-6D35-B5245CFF5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66F36B-3ECF-983E-FBE2-985C4C328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C531C3E-F288-2F65-0A41-CA28F3D2D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6B0C9E-1B87-696B-1E63-21F34F571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B9A5B4-B304-EA72-9B6C-03FEDD331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43FB90-8340-2619-4B0C-CE76DBB31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1527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267CB2-3AC8-CEF9-E0FE-6E4DF5C8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19D4475-F870-1FED-7196-55A2194B2B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EFCF9DD-E8E9-2E11-DAA3-4709446C1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8916DC0-F31A-9E41-2399-D22392AD8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9F6CFD4-F22A-A94E-5958-DF7BEA8C9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BA8BB79-35E7-DAA4-F99E-8499D74C7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2047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72A0FB-70F6-E3F5-4A8D-466AFDD2C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F6FD0F6-BF44-11FE-C5E0-E62D2036E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AED3D8-012D-8D00-B32B-52DF8859D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B94869-3F59-CF4E-D282-B655D7C2B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127205-62A7-42B8-5811-E736B06D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014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60904EF-1C4B-22C0-7609-B811C52AA0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BE6C8E5-3DC6-B80C-B3E6-A60E1247A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6AF550-65E4-D096-40BC-942AD333C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BA0BC3-3481-25B8-1D92-6EFE48C87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371AEC-712F-C9F5-6436-F1F9C00D7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6056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63FB539-B248-DD52-FF5F-626FA6E9E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D1C7D5C-5C4E-02D2-D125-F4C8F4A93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736C42-4D8C-8C64-E98A-7F6C25F4FF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8909A-5A47-44E5-8560-CBEAA1DE666A}" type="datetimeFigureOut">
              <a:rPr kumimoji="1" lang="ja-JP" altLang="en-US" smtClean="0"/>
              <a:t>2026/9/5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0B3609-D0CC-6287-3AAE-34E9BDA84F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48F574-4612-C02B-809A-6A314B55FE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453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05147EE-EDD2-D67D-8F55-57C75E8FC94F}"/>
              </a:ext>
            </a:extLst>
          </p:cNvPr>
          <p:cNvSpPr/>
          <p:nvPr/>
        </p:nvSpPr>
        <p:spPr>
          <a:xfrm>
            <a:off x="1515291" y="2333897"/>
            <a:ext cx="1584000" cy="5138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</a:rPr>
              <a:t>トップ画面</a:t>
            </a:r>
          </a:p>
        </p:txBody>
      </p:sp>
    </p:spTree>
    <p:extLst>
      <p:ext uri="{BB962C8B-B14F-4D97-AF65-F5344CB8AC3E}">
        <p14:creationId xmlns:p14="http://schemas.microsoft.com/office/powerpoint/2010/main" val="3154857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3D651-EC0A-D6EB-EDFF-3115CABA2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7B73E852-2220-757F-C47A-B9F309963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2156" y="877956"/>
            <a:ext cx="3076575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969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図 68">
            <a:extLst>
              <a:ext uri="{FF2B5EF4-FFF2-40B4-BE49-F238E27FC236}">
                <a16:creationId xmlns:a16="http://schemas.microsoft.com/office/drawing/2014/main" id="{9BEFA6FF-0FE5-81A3-EE2C-AEE867EF2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185" y="1378592"/>
            <a:ext cx="348615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269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E61FB-91AA-1287-C987-2469A8216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21B7BBC0-1B0F-724D-FCD6-D48003A3C2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498" y="1895061"/>
            <a:ext cx="302895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085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2D93D535-CACA-8380-34C2-D0C0861A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0537" y="1490662"/>
            <a:ext cx="3590925" cy="3876675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7A5B397-DA30-10A9-3372-621A2BDC21DE}"/>
              </a:ext>
            </a:extLst>
          </p:cNvPr>
          <p:cNvSpPr/>
          <p:nvPr/>
        </p:nvSpPr>
        <p:spPr>
          <a:xfrm>
            <a:off x="6832600" y="1490662"/>
            <a:ext cx="855133" cy="4826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6449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5273C-31EF-FD48-5B5F-24A7A498B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F6F7ACCB-F1AB-0E56-B6C1-68F03EDC9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450" y="2776537"/>
            <a:ext cx="3467100" cy="1304925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21BE025-56A0-8AA6-BD15-2F7A2FBBEF48}"/>
              </a:ext>
            </a:extLst>
          </p:cNvPr>
          <p:cNvSpPr/>
          <p:nvPr/>
        </p:nvSpPr>
        <p:spPr>
          <a:xfrm>
            <a:off x="6858000" y="2879195"/>
            <a:ext cx="855133" cy="4826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3525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44105-8489-A6E2-E32F-62106361B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9670DBE5-4006-6E29-1881-87B37B5F28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0537" y="1490662"/>
            <a:ext cx="3590925" cy="3876675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AEEB806-9C0E-4DBD-510D-974180819068}"/>
              </a:ext>
            </a:extLst>
          </p:cNvPr>
          <p:cNvSpPr/>
          <p:nvPr/>
        </p:nvSpPr>
        <p:spPr>
          <a:xfrm>
            <a:off x="4411133" y="1913996"/>
            <a:ext cx="3335867" cy="28612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2694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B3951A7-E4C4-E20D-730D-0A33F21169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827" y="0"/>
            <a:ext cx="3324345" cy="68580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EDE2E5D-ED2E-291B-CD96-70BD91EEC7AB}"/>
              </a:ext>
            </a:extLst>
          </p:cNvPr>
          <p:cNvSpPr/>
          <p:nvPr/>
        </p:nvSpPr>
        <p:spPr>
          <a:xfrm>
            <a:off x="4605867" y="3513667"/>
            <a:ext cx="2988733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9668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5BC5ABCD-250D-981F-8A2E-B76ABD539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827" y="0"/>
            <a:ext cx="3324345" cy="685800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EA62F00-6ED4-9D98-9AE3-7FE60BFF6ACF}"/>
              </a:ext>
            </a:extLst>
          </p:cNvPr>
          <p:cNvSpPr/>
          <p:nvPr/>
        </p:nvSpPr>
        <p:spPr>
          <a:xfrm>
            <a:off x="4601633" y="1651001"/>
            <a:ext cx="1494368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F80485C-C613-878C-F45C-5961E906B015}"/>
              </a:ext>
            </a:extLst>
          </p:cNvPr>
          <p:cNvSpPr/>
          <p:nvPr/>
        </p:nvSpPr>
        <p:spPr>
          <a:xfrm>
            <a:off x="4618564" y="3310469"/>
            <a:ext cx="288000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0216697-8FFA-7D2E-B473-DE785384670F}"/>
              </a:ext>
            </a:extLst>
          </p:cNvPr>
          <p:cNvSpPr/>
          <p:nvPr/>
        </p:nvSpPr>
        <p:spPr>
          <a:xfrm>
            <a:off x="4618564" y="4758338"/>
            <a:ext cx="288000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5785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8D075-8AB9-141D-E924-2749DD2F1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3444AFB-53AA-44DD-D324-C6DA33371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827" y="0"/>
            <a:ext cx="3324345" cy="68580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53BD1708-87A1-818D-E56C-2E5E76BF1F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309" y="4762618"/>
            <a:ext cx="273230" cy="288000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B0961D2-1840-3CBE-1965-F8F80920B546}"/>
              </a:ext>
            </a:extLst>
          </p:cNvPr>
          <p:cNvSpPr/>
          <p:nvPr/>
        </p:nvSpPr>
        <p:spPr>
          <a:xfrm>
            <a:off x="4610924" y="4762618"/>
            <a:ext cx="288000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3E7332C-0420-B7B8-C37A-E856813E5D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309" y="3306534"/>
            <a:ext cx="273230" cy="28800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1EB59D-4D2C-E378-D0D7-3347F47627CB}"/>
              </a:ext>
            </a:extLst>
          </p:cNvPr>
          <p:cNvSpPr/>
          <p:nvPr/>
        </p:nvSpPr>
        <p:spPr>
          <a:xfrm>
            <a:off x="6083303" y="1651001"/>
            <a:ext cx="1494368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A10FADA-461E-58DB-661C-F7123EC48F78}"/>
              </a:ext>
            </a:extLst>
          </p:cNvPr>
          <p:cNvSpPr/>
          <p:nvPr/>
        </p:nvSpPr>
        <p:spPr>
          <a:xfrm>
            <a:off x="4610924" y="3306534"/>
            <a:ext cx="288000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0531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BF86A5E-BC63-AFE8-CAC0-B5C0447CE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827" y="0"/>
            <a:ext cx="3324345" cy="68580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64FE77D-E774-D456-FA4F-9FC4FD49A046}"/>
              </a:ext>
            </a:extLst>
          </p:cNvPr>
          <p:cNvSpPr/>
          <p:nvPr/>
        </p:nvSpPr>
        <p:spPr>
          <a:xfrm>
            <a:off x="4433827" y="2082801"/>
            <a:ext cx="3253906" cy="35136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6167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F7309A68-6820-1C20-9A19-459F9526C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1381125"/>
            <a:ext cx="335280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240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A0BAD-9711-0B5E-CC80-2111A682A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A9541C61-E39E-044F-37EE-D54EEFA93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462" y="2990850"/>
            <a:ext cx="326707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874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0845FE9-CEDC-DAEE-DCD7-A3010CE85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253" y="0"/>
            <a:ext cx="3045493" cy="6858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1D488634-66C1-7448-E908-0C6671526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253" y="0"/>
            <a:ext cx="3045493" cy="685800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E7ADE3A-C8CD-0DB5-AA48-4F7FC17AC11E}"/>
              </a:ext>
            </a:extLst>
          </p:cNvPr>
          <p:cNvSpPr/>
          <p:nvPr/>
        </p:nvSpPr>
        <p:spPr>
          <a:xfrm flipV="1">
            <a:off x="4696295" y="5892799"/>
            <a:ext cx="2805172" cy="4487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9908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925A0294-4BA9-7C1B-CFC3-E12A1368FD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312" y="1838325"/>
            <a:ext cx="3381375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572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DA159-CF72-F774-2B29-2C9ED7C01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F7F57276-F45F-35FB-A6F9-4803E11BAE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887" y="1896005"/>
            <a:ext cx="3324225" cy="3133725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66B1F36-99BB-599F-FCD9-5873F80CD746}"/>
              </a:ext>
            </a:extLst>
          </p:cNvPr>
          <p:cNvSpPr/>
          <p:nvPr/>
        </p:nvSpPr>
        <p:spPr>
          <a:xfrm flipV="1">
            <a:off x="4569296" y="2319864"/>
            <a:ext cx="1535171" cy="4487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4421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9CCBC-8352-CB98-4BDC-B59CC1E88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275F847-8715-4CF9-B23F-309C5F88B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887" y="1896005"/>
            <a:ext cx="3324225" cy="313372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D2E1B11-1C32-DE7E-705E-68EFFB582E15}"/>
              </a:ext>
            </a:extLst>
          </p:cNvPr>
          <p:cNvSpPr/>
          <p:nvPr/>
        </p:nvSpPr>
        <p:spPr>
          <a:xfrm flipV="1">
            <a:off x="6110230" y="2319864"/>
            <a:ext cx="1535171" cy="4487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3490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459D3-4A37-BDED-61CC-929D55DFD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38E23968-CA56-87D8-20FD-4A1CF412F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675" y="2771775"/>
            <a:ext cx="2914650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541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5CE1C86F-394D-7228-5D09-A46AC40F8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962" y="2338387"/>
            <a:ext cx="2886075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1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E330668-03B5-F00F-B108-63EF0390D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475" y="80962"/>
            <a:ext cx="3067050" cy="669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47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C8C15-1FAF-77F6-BFF5-AEE3102C9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25F6CE8B-2790-22AC-0DA5-793329885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360" y="813430"/>
            <a:ext cx="3371850" cy="535305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98EC3B2-1F4C-E23B-371E-8AD27AD97D95}"/>
              </a:ext>
            </a:extLst>
          </p:cNvPr>
          <p:cNvSpPr/>
          <p:nvPr/>
        </p:nvSpPr>
        <p:spPr>
          <a:xfrm flipV="1">
            <a:off x="5594487" y="1254270"/>
            <a:ext cx="3312000" cy="4487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F0CC4CA-10AB-F250-26FF-1BD214F3E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8523" y="685722"/>
            <a:ext cx="3377477" cy="535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852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D391E-3108-5A63-6F1A-A963FF788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9F66498-02B6-803C-8EC4-72E4229DD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360" y="813430"/>
            <a:ext cx="3371850" cy="535305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EE9399F-8336-D58C-A002-E5E98B5FD437}"/>
              </a:ext>
            </a:extLst>
          </p:cNvPr>
          <p:cNvSpPr/>
          <p:nvPr/>
        </p:nvSpPr>
        <p:spPr>
          <a:xfrm flipV="1">
            <a:off x="6727612" y="2019175"/>
            <a:ext cx="900000" cy="39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AFED170-6486-82D1-926C-971B1C2A5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261" y="749576"/>
            <a:ext cx="3377477" cy="535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6695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507EB-B9EB-6CE3-3539-F87CBA4CA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A8B7C09-9840-05FC-6F12-78BB906A12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360" y="813430"/>
            <a:ext cx="3371850" cy="535305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F097537-6127-9838-6BBD-8BBA24BE5C77}"/>
              </a:ext>
            </a:extLst>
          </p:cNvPr>
          <p:cNvSpPr/>
          <p:nvPr/>
        </p:nvSpPr>
        <p:spPr>
          <a:xfrm flipV="1">
            <a:off x="7615888" y="2019175"/>
            <a:ext cx="900000" cy="39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5D63C66-7924-2485-8225-5E0EB6F23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261" y="749576"/>
            <a:ext cx="3377477" cy="535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1796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3C587D60-F13D-FDAD-3F95-2700F6882E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650" y="1600200"/>
            <a:ext cx="25527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235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5B22C986-0CFE-DBD4-6A66-C305E667F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287" y="542925"/>
            <a:ext cx="2714625" cy="577215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39A975B8-2524-F826-B601-460FD2174E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395" y="542925"/>
            <a:ext cx="2505075" cy="55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790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338C07A-CB51-534C-3497-E15E2A0487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025" y="2409825"/>
            <a:ext cx="2647950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2898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75F5A-7B9C-4E83-E795-7A7ECD262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E889190-B4E3-3294-BF8B-F3599D2BE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827" y="0"/>
            <a:ext cx="3324345" cy="685800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8043207-9974-88F2-0FAE-801FB71CCC30}"/>
              </a:ext>
            </a:extLst>
          </p:cNvPr>
          <p:cNvSpPr/>
          <p:nvPr/>
        </p:nvSpPr>
        <p:spPr>
          <a:xfrm flipV="1">
            <a:off x="4899500" y="5511794"/>
            <a:ext cx="2364899" cy="4487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A902122-521E-13FF-7E23-46F6CC4FA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037" y="2033587"/>
            <a:ext cx="3209925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6151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80AB4C0-C5A7-38B7-2DFC-72F29A36D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637" y="2562225"/>
            <a:ext cx="2752725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1573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1F987-108D-EDB6-9D22-06DE2A3AC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C8F31A9-8301-148D-080D-1709C313D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450" y="2443162"/>
            <a:ext cx="2705100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9329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B352F-91CF-A91C-285F-17C7D3999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F3587FB-7028-BEB4-86FE-A2B8DB90EB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7737" y="1733550"/>
            <a:ext cx="2676525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2904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120D-A393-DF3C-E975-A41E3C4E7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C5CEFDF-BE3C-7C2C-5487-C0A001843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0" y="2247900"/>
            <a:ext cx="26670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9417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AB386-3CC0-670E-7550-FCA624CB0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C257781-7CF6-B857-8814-A87A0E454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262" y="1814512"/>
            <a:ext cx="3419475" cy="3228975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8B49FAD-4139-03DA-5416-B6AB4735B882}"/>
              </a:ext>
            </a:extLst>
          </p:cNvPr>
          <p:cNvSpPr/>
          <p:nvPr/>
        </p:nvSpPr>
        <p:spPr>
          <a:xfrm flipV="1">
            <a:off x="4543900" y="4639726"/>
            <a:ext cx="3160767" cy="4487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18340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C21D1-957D-6B1F-78E8-21AA10ACC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BBB7CB5-CB5B-4907-C9BF-603E292838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962" y="1500187"/>
            <a:ext cx="2886075" cy="385762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52FDC3A-8A74-4BAC-E71C-819DDC554413}"/>
              </a:ext>
            </a:extLst>
          </p:cNvPr>
          <p:cNvSpPr/>
          <p:nvPr/>
        </p:nvSpPr>
        <p:spPr>
          <a:xfrm flipV="1">
            <a:off x="5238168" y="2506125"/>
            <a:ext cx="2051634" cy="4487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BEBF098-3577-BB14-6EC3-3D4D599ED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523" y="1651849"/>
            <a:ext cx="2889754" cy="385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4289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D79CA-7394-D384-482F-4B972B147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F73298A-4610-01B2-06CD-7FEFFAA84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962" y="1500187"/>
            <a:ext cx="2886075" cy="3857625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C324923-B45E-8392-3DD1-896A729AB487}"/>
              </a:ext>
            </a:extLst>
          </p:cNvPr>
          <p:cNvSpPr/>
          <p:nvPr/>
        </p:nvSpPr>
        <p:spPr>
          <a:xfrm flipV="1">
            <a:off x="5238168" y="3454390"/>
            <a:ext cx="2051634" cy="4487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C5AC51E-DC32-BA4C-B251-8054B8CD8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523" y="1651849"/>
            <a:ext cx="2889754" cy="385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638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E567D-CE97-1427-8674-A4071E2E8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E11FE95-1EC2-5A4B-A343-47DC512FC8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962" y="1500187"/>
            <a:ext cx="2886075" cy="3857625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AD9E1D3-2481-F309-19F8-9ED8ACEF84DB}"/>
              </a:ext>
            </a:extLst>
          </p:cNvPr>
          <p:cNvSpPr/>
          <p:nvPr/>
        </p:nvSpPr>
        <p:spPr>
          <a:xfrm flipV="1">
            <a:off x="5238168" y="4538130"/>
            <a:ext cx="2051634" cy="4487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1BD42D6-8661-9709-621F-BEF69EAC9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523" y="1651849"/>
            <a:ext cx="2889754" cy="385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5343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0844C9C-B6C1-686F-2051-A94D9FEF0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937" y="2790825"/>
            <a:ext cx="2524125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9241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8424E-70CB-EF93-C89C-492956C99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E4131BB-A119-5036-53BB-92DAD59D2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887" y="419100"/>
            <a:ext cx="2562225" cy="60198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063BDCF-985B-31CA-8A6D-491BB10636E2}"/>
              </a:ext>
            </a:extLst>
          </p:cNvPr>
          <p:cNvSpPr/>
          <p:nvPr/>
        </p:nvSpPr>
        <p:spPr>
          <a:xfrm flipV="1">
            <a:off x="5070182" y="821267"/>
            <a:ext cx="2143418" cy="2946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899E7AEE-799F-8367-3745-3FBDE75F9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396" y="419100"/>
            <a:ext cx="2560542" cy="601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7006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B9DD9-C8F6-79DC-8A66-86C08A7D3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4C7CCE6A-0003-DB92-F4D2-6B0E235F23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887" y="419100"/>
            <a:ext cx="2562225" cy="60198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92D27DD-7358-7C0D-5AAB-216D7EE0AACB}"/>
              </a:ext>
            </a:extLst>
          </p:cNvPr>
          <p:cNvSpPr/>
          <p:nvPr/>
        </p:nvSpPr>
        <p:spPr>
          <a:xfrm flipV="1">
            <a:off x="5070182" y="3759199"/>
            <a:ext cx="2143418" cy="7196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FE6069FC-B996-C748-B1F1-D6307C9C9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62" y="73230"/>
            <a:ext cx="2560542" cy="601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9168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F601E-E322-F893-67C5-BD9355B10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F285D24-E4E9-771D-C3D3-DA5017C49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887" y="419100"/>
            <a:ext cx="2562225" cy="60198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A869A6E-1B18-7347-04E3-685DF3B17D37}"/>
              </a:ext>
            </a:extLst>
          </p:cNvPr>
          <p:cNvSpPr/>
          <p:nvPr/>
        </p:nvSpPr>
        <p:spPr>
          <a:xfrm flipV="1">
            <a:off x="5070182" y="4512733"/>
            <a:ext cx="2143418" cy="17949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B925026-3175-2756-3385-A91ACCBFE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462" y="290393"/>
            <a:ext cx="2560542" cy="601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6856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6B840-2BD1-5BCF-2D53-31F09461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43BD7B02-8140-E016-1BC4-075022259E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887" y="419100"/>
            <a:ext cx="2562225" cy="60198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314714B-2A0D-7F32-F43F-7597E322DBBD}"/>
              </a:ext>
            </a:extLst>
          </p:cNvPr>
          <p:cNvSpPr/>
          <p:nvPr/>
        </p:nvSpPr>
        <p:spPr>
          <a:xfrm flipV="1">
            <a:off x="5070182" y="5850468"/>
            <a:ext cx="2143418" cy="4148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98614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1755E-91F3-9385-8A86-5C7AC01AA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E34124C-A4E0-9034-E85B-420AB62D0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125" y="1604962"/>
            <a:ext cx="2571750" cy="364807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EF0E347-8B97-9EF7-8D32-4F437CD3F185}"/>
              </a:ext>
            </a:extLst>
          </p:cNvPr>
          <p:cNvSpPr/>
          <p:nvPr/>
        </p:nvSpPr>
        <p:spPr>
          <a:xfrm flipV="1">
            <a:off x="5007963" y="2013252"/>
            <a:ext cx="2250088" cy="10483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E85E898-2D88-8D67-F51D-362ECCD4A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582" y="1330946"/>
            <a:ext cx="2572735" cy="365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0798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EF4F2-B424-4202-81E6-D49A26EE8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064A367-3CCE-E335-BE53-DD0D2578F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125" y="1604962"/>
            <a:ext cx="2571750" cy="3648075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9934DA8-5692-391E-CDB3-1E02224D97F3}"/>
              </a:ext>
            </a:extLst>
          </p:cNvPr>
          <p:cNvSpPr/>
          <p:nvPr/>
        </p:nvSpPr>
        <p:spPr>
          <a:xfrm flipV="1">
            <a:off x="5007963" y="3102429"/>
            <a:ext cx="2250088" cy="20165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E2E71A7-9269-9BA0-A363-032293C77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390" y="1208482"/>
            <a:ext cx="2572735" cy="365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2795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53099-171A-26F3-83E9-27EF25DB0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D3526D83-1AB8-4F82-EF18-D1EF67839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519" y="1514684"/>
            <a:ext cx="2371725" cy="269557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BABDD248-C57C-2741-429B-5D6B820AA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244" y="1514684"/>
            <a:ext cx="2324100" cy="44958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D944D9F-87BE-DB59-A04C-3F358F8DA394}"/>
              </a:ext>
            </a:extLst>
          </p:cNvPr>
          <p:cNvSpPr/>
          <p:nvPr/>
        </p:nvSpPr>
        <p:spPr>
          <a:xfrm flipV="1">
            <a:off x="2545999" y="1864296"/>
            <a:ext cx="2064766" cy="11373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56AE47C3-BB1C-07A9-26A0-D79A8A79A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5788" y="1179381"/>
            <a:ext cx="4700423" cy="449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584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06E17-50B7-BBBD-3970-8205EE6A7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561EA138-D025-67D3-3031-2C3B1455D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519" y="1514684"/>
            <a:ext cx="2371725" cy="269557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0D4C0D31-B4EA-0E1C-18E2-2811FE2B6C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244" y="1514684"/>
            <a:ext cx="2324100" cy="44958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4F71A8F-67DA-ECBA-6646-3E1A4BDBBB76}"/>
              </a:ext>
            </a:extLst>
          </p:cNvPr>
          <p:cNvSpPr/>
          <p:nvPr/>
        </p:nvSpPr>
        <p:spPr>
          <a:xfrm flipV="1">
            <a:off x="2545999" y="2987418"/>
            <a:ext cx="2064766" cy="11373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19150882-7D0A-BC00-7214-FE87150527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5788" y="1179381"/>
            <a:ext cx="4700423" cy="449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462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3514F-4ABB-2B34-7A7B-44733981B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5BAA0F64-C621-5093-DDC2-41906EC9C6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519" y="1514684"/>
            <a:ext cx="2371725" cy="269557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DAB87FA6-BB56-94B8-533A-64ECDF07EC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244" y="1514684"/>
            <a:ext cx="2324100" cy="44958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4916213-0B71-C464-4368-125A0D55F154}"/>
              </a:ext>
            </a:extLst>
          </p:cNvPr>
          <p:cNvSpPr/>
          <p:nvPr/>
        </p:nvSpPr>
        <p:spPr>
          <a:xfrm flipV="1">
            <a:off x="4893911" y="1514683"/>
            <a:ext cx="2064766" cy="43692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35881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8339E-D0C9-16BC-4916-9E8032F4E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4A0D055B-11A0-377F-3017-951754335A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600456"/>
            <a:ext cx="2714625" cy="5038344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FE8B0A3-BB58-866A-42BB-8770FBA77F66}"/>
              </a:ext>
            </a:extLst>
          </p:cNvPr>
          <p:cNvSpPr/>
          <p:nvPr/>
        </p:nvSpPr>
        <p:spPr>
          <a:xfrm flipV="1">
            <a:off x="4896928" y="1057482"/>
            <a:ext cx="2239367" cy="13179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7AF4AFA-BE42-280F-AB03-E339DBA7E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973" y="493691"/>
            <a:ext cx="2712955" cy="503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6555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8A31D-13EE-CADB-5226-65D201508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3EFAEBCE-C8DD-DD16-45B5-038A2DE1BB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600456"/>
            <a:ext cx="2714625" cy="5038344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106A793-07AF-7E1F-AC83-3C8402BA86CB}"/>
              </a:ext>
            </a:extLst>
          </p:cNvPr>
          <p:cNvSpPr/>
          <p:nvPr/>
        </p:nvSpPr>
        <p:spPr>
          <a:xfrm flipV="1">
            <a:off x="4896928" y="2458900"/>
            <a:ext cx="2239367" cy="13179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ED3D9143-D717-108C-3F44-B9293C554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939" y="39757"/>
            <a:ext cx="2712955" cy="503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9906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888CB-FD28-9584-AD4F-101C3C9BF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3AE8E93A-5AA3-C176-C6F0-20A6B094E8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600456"/>
            <a:ext cx="2714625" cy="5038344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3A6EE87-D4A8-A501-72B6-295A23C9D18C}"/>
              </a:ext>
            </a:extLst>
          </p:cNvPr>
          <p:cNvSpPr/>
          <p:nvPr/>
        </p:nvSpPr>
        <p:spPr>
          <a:xfrm flipV="1">
            <a:off x="4896928" y="3830500"/>
            <a:ext cx="2239367" cy="11191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9D35A3C-50AF-010A-805A-870A2EE9D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652" y="509634"/>
            <a:ext cx="2712955" cy="503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86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F2F7C-3ED2-E695-BEEA-645CCD68A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0C5BBDC-D242-4402-370E-F42BE6DF1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600456"/>
            <a:ext cx="2714625" cy="5038344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318069C-F94F-C44E-C313-76BF4774DA5B}"/>
              </a:ext>
            </a:extLst>
          </p:cNvPr>
          <p:cNvSpPr/>
          <p:nvPr/>
        </p:nvSpPr>
        <p:spPr>
          <a:xfrm>
            <a:off x="4896928" y="4999381"/>
            <a:ext cx="2239367" cy="4373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361F1B90-9D70-B2FB-2B1F-019FB9583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581" y="610395"/>
            <a:ext cx="2712955" cy="503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0196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EDFCC-01A1-F2E2-6067-4E578EA44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8CD32BEA-F260-8D21-A1D1-B0679D20C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337" y="1900031"/>
            <a:ext cx="3133725" cy="2362200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179BB3F-8914-703E-D3BC-8D3B311C4D0B}"/>
              </a:ext>
            </a:extLst>
          </p:cNvPr>
          <p:cNvSpPr/>
          <p:nvPr/>
        </p:nvSpPr>
        <p:spPr>
          <a:xfrm>
            <a:off x="5354128" y="2425146"/>
            <a:ext cx="2507724" cy="16697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35E82C53-88BC-E03E-A857-A0063E3C3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79" y="1812001"/>
            <a:ext cx="3133616" cy="235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5634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FFC4B-D084-C9B9-3AB8-9679A22FA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B508C4B-5B9F-EEF7-2B71-F3826D036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812" y="452437"/>
            <a:ext cx="3000375" cy="595312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E5D8787-D90E-77A2-A00E-DA33BE4234E1}"/>
              </a:ext>
            </a:extLst>
          </p:cNvPr>
          <p:cNvSpPr/>
          <p:nvPr/>
        </p:nvSpPr>
        <p:spPr>
          <a:xfrm>
            <a:off x="4926746" y="934275"/>
            <a:ext cx="2507724" cy="22760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A3C5FAA-B35F-B074-9410-C3A9EF3EA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297" y="344828"/>
            <a:ext cx="2999492" cy="595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7334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DAEEA-5AE3-DBF3-135C-60B6D94FD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A7DF0AA-BE7F-C4D1-9050-722A5A1F8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812" y="452437"/>
            <a:ext cx="3000375" cy="595312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999FEC9-0243-EFA9-B288-D2FFA20B7B7F}"/>
              </a:ext>
            </a:extLst>
          </p:cNvPr>
          <p:cNvSpPr/>
          <p:nvPr/>
        </p:nvSpPr>
        <p:spPr>
          <a:xfrm flipV="1">
            <a:off x="4926746" y="3210338"/>
            <a:ext cx="2507724" cy="15604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8CB69C53-2149-77D8-7DD4-ED57B71B9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24" y="449254"/>
            <a:ext cx="2999492" cy="595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2852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1D960-DDAD-6373-4B72-4FA8D0D3D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25D9650-A1A2-F73A-135E-FED5F118B1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812" y="452437"/>
            <a:ext cx="3000375" cy="595312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3414AF8-31A5-2984-2DEA-1664F94B54DF}"/>
              </a:ext>
            </a:extLst>
          </p:cNvPr>
          <p:cNvSpPr/>
          <p:nvPr/>
        </p:nvSpPr>
        <p:spPr>
          <a:xfrm>
            <a:off x="4926746" y="4800600"/>
            <a:ext cx="2507724" cy="13815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2782A42A-9CC7-DF7A-FE9F-22BB04CDB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06" y="225823"/>
            <a:ext cx="2999492" cy="595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665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1C284-C2A0-3E10-72E3-53AACA51C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E1EC8218-8151-5AD3-F2A7-F6C24CAE56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300" y="461962"/>
            <a:ext cx="2819400" cy="593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8962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8285A-4D39-EBD6-F4C8-BA432FE56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0122182-AACF-4E20-530C-5AC0D86506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857375"/>
            <a:ext cx="304800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6759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2546D-C15A-93F5-5C05-CDB698A42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1C587A2-523A-41C6-4F2E-F1983416C9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331" y="1857375"/>
            <a:ext cx="3048000" cy="314325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AB0FF27-A6CE-F7A8-76C7-E613A8ECCFD5}"/>
              </a:ext>
            </a:extLst>
          </p:cNvPr>
          <p:cNvSpPr/>
          <p:nvPr/>
        </p:nvSpPr>
        <p:spPr>
          <a:xfrm>
            <a:off x="7106479" y="2673626"/>
            <a:ext cx="2763078" cy="15008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CE7D84F-51CA-9991-9ED0-5BB3E6C2B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443" y="2018170"/>
            <a:ext cx="3048264" cy="313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7998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BF3AD-96E8-4A2E-8EE7-F6AD0A337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01599F1C-C05B-20F5-758B-8161206E8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331" y="1857375"/>
            <a:ext cx="3048000" cy="314325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35770A0-F7A1-9AE7-9D0A-246DC1910557}"/>
              </a:ext>
            </a:extLst>
          </p:cNvPr>
          <p:cNvSpPr/>
          <p:nvPr/>
        </p:nvSpPr>
        <p:spPr>
          <a:xfrm>
            <a:off x="8816010" y="2087218"/>
            <a:ext cx="1043607" cy="5068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638BCB97-CBD8-3A09-AB17-E4C970D00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459" y="1860913"/>
            <a:ext cx="3048264" cy="313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31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6CCE2-0EB0-D554-E15B-1B604363A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193C2D56-5FD2-8E63-3CFC-E9FED4720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387" y="1466850"/>
            <a:ext cx="3705225" cy="39243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B0C8B24-C78C-6242-E743-70BDC30D01EB}"/>
              </a:ext>
            </a:extLst>
          </p:cNvPr>
          <p:cNvSpPr/>
          <p:nvPr/>
        </p:nvSpPr>
        <p:spPr>
          <a:xfrm>
            <a:off x="4243387" y="1555268"/>
            <a:ext cx="3628404" cy="4822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876CE2C-DC78-0117-2FD4-7E25FFB39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72" y="1555268"/>
            <a:ext cx="3718882" cy="392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664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E15AD-5D21-9DF2-6383-663709289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29D42A0-8750-3EE5-0974-17AB1F205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300" y="461962"/>
            <a:ext cx="2819400" cy="593407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6BD2D63-6B9A-7570-56F9-EE800633EBE8}"/>
              </a:ext>
            </a:extLst>
          </p:cNvPr>
          <p:cNvSpPr/>
          <p:nvPr/>
        </p:nvSpPr>
        <p:spPr>
          <a:xfrm>
            <a:off x="4799979" y="6067633"/>
            <a:ext cx="2634491" cy="3482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B051E8E-B4A7-88DF-157B-D22CA942D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902" y="633593"/>
            <a:ext cx="2816596" cy="596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8626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1F59A-F5E7-00D6-FF0C-6FADD0062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57492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468B2-B0DC-A3A1-2A29-A7BDD94C3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49188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2FB50-760A-ADC3-0EA5-279658E8C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19709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FEE67-5B91-3E9A-BF5B-000B17F4F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641181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770C2-9E2A-EFC2-B356-A54D3C7A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210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B7A77-5BAC-5F7D-40A9-22EABDFCC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954802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FDA59-C985-3C09-AEAB-A02C44AB4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742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2</Words>
  <Application>Microsoft Office PowerPoint</Application>
  <PresentationFormat>ワイド画面</PresentationFormat>
  <Paragraphs>1</Paragraphs>
  <Slides>66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66</vt:i4>
      </vt:variant>
    </vt:vector>
  </HeadingPairs>
  <TitlesOfParts>
    <vt:vector size="7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直樹 石田</dc:creator>
  <cp:lastModifiedBy>直樹 石田</cp:lastModifiedBy>
  <cp:revision>24</cp:revision>
  <dcterms:created xsi:type="dcterms:W3CDTF">2026-09-04T16:32:46Z</dcterms:created>
  <dcterms:modified xsi:type="dcterms:W3CDTF">2026-09-05T08:22:08Z</dcterms:modified>
</cp:coreProperties>
</file>