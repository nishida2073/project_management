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301" r:id="rId37"/>
    <p:sldId id="303" r:id="rId38"/>
    <p:sldId id="302" r:id="rId39"/>
    <p:sldId id="304" r:id="rId40"/>
    <p:sldId id="292" r:id="rId41"/>
    <p:sldId id="310" r:id="rId42"/>
    <p:sldId id="305" r:id="rId43"/>
    <p:sldId id="306" r:id="rId44"/>
    <p:sldId id="307" r:id="rId45"/>
    <p:sldId id="308" r:id="rId46"/>
    <p:sldId id="293" r:id="rId47"/>
    <p:sldId id="294" r:id="rId48"/>
    <p:sldId id="295" r:id="rId49"/>
    <p:sldId id="296" r:id="rId50"/>
    <p:sldId id="297" r:id="rId51"/>
    <p:sldId id="298" r:id="rId5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94" d="100"/>
          <a:sy n="94" d="100"/>
        </p:scale>
        <p:origin x="197" y="-2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A84E11-35A2-7B0B-EDF4-F8740AECA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46C241D-0D2C-A665-6957-3F4DB24E1E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FFE914-DD8A-AA6D-0100-65A03E63C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D2F235-0F93-9F2D-6F0A-484B16C0D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D86A0C-9CC4-65EA-A97B-06D785373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6793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861C2B-2A7C-2DD6-9A7C-D7A51BBD9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32AE5C0-DF8C-2B4E-895E-7D6EE0266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FFDE19E-EAE0-E555-112E-D0264E96C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AD9DEC8-08A8-F1FB-DE67-EA13C409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D0DD51-9F13-C990-EAE2-EDA58492A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77105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B55F2C-2B4D-9895-03F6-680B28F25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E4CB07-7C1F-CD63-FAAC-2BA139783B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0850D2F-B75C-FDF1-E829-7B5AE9C6A5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CCFEB95-4A9D-AC9D-F4E8-C65C23CA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EEFDBA-F932-1DEC-BD78-75DC4D29B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74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F6C977-6BB4-5BB9-0061-EE5703C378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91F2918-9F82-2F56-43B5-CB5DE82F94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07532A2-2E5F-C658-999F-5EE09E303A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B28348-C3DA-FBBE-5F76-1C298844C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6429C30-D03D-3097-6D41-77CD98ABB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59F55D7-B04E-FA45-BF59-92EF62158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8627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73576C-9C80-D00E-940C-5DB5959AC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2096D7E-C438-5336-EB7B-D0E74DA3C7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8ADAB4-371B-A70A-1F70-894DD832CD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3FE877B-B2F3-A9FB-86A0-75EF6A1AAC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6D4D551-288C-CF5C-38AC-DD30735161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7EC7A-7CE0-D8C6-1DEB-B841ED15CD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7907315-47F0-B09F-E8A4-96FA79C1C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9152C2-0654-4C1C-BE47-C731BBA16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670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354ADD-CD24-3441-29AC-2B67F872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EDB6177-E380-095E-B506-C102BAC48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D5BF503-1E66-C34E-6B83-2B9F8DE33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A1AB96E-6506-F94A-4791-E2F75F5B1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97407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0B24BC6-5D30-B46B-E84A-5EBDE873D3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247332C-1BA4-29DB-36F8-EFEBA7821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EE878B9-E910-5BFB-BC7A-7384FBA0F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375952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4BF99-FAB3-9FBD-6D35-B5245CFF5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66F36B-3ECF-983E-FBE2-985C4C328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C531C3E-F288-2F65-0A41-CA28F3D2D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D6B0C9E-1B87-696B-1E63-21F34F571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5B9A5B4-B304-EA72-9B6C-03FEDD33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643FB90-8340-2619-4B0C-CE76DBB31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5267CB2-3AC8-CEF9-E0FE-6E4DF5C8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19D4475-F870-1FED-7196-55A2194B2B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FCF9DD-E8E9-2E11-DAA3-4709446C1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8916DC0-F31A-9E41-2399-D22392AD8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9F6CFD4-F22A-A94E-5958-DF7BEA8C9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BA8BB79-35E7-DAA4-F99E-8499D74C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047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72A0FB-70F6-E3F5-4A8D-466AFDD2C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F6FD0F6-BF44-11FE-C5E0-E62D2036E4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EAED3D8-012D-8D00-B32B-52DF8859D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B94869-3F59-CF4E-D282-B655D7C2B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127205-62A7-42B8-5811-E736B06D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014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60904EF-1C4B-22C0-7609-B811C52AA0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E6C8E5-3DC6-B80C-B3E6-A60E1247A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6AF550-65E4-D096-40BC-942AD333C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88909A-5A47-44E5-8560-CBEAA1DE666A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0BA0BC3-3481-25B8-1D92-6EFE48C87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7371AEC-712F-C9F5-6436-F1F9C00D7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60561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63FB539-B248-DD52-FF5F-626FA6E9E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D1C7D5C-5C4E-02D2-D125-F4C8F4A937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C736C42-4D8C-8C64-E98A-7F6C25F4FF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88909A-5A47-44E5-8560-CBEAA1DE666A}" type="datetimeFigureOut">
              <a:rPr kumimoji="1" lang="ja-JP" altLang="en-US" smtClean="0"/>
              <a:t>2026/9/4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0B3609-D0CC-6287-3AAE-34E9BDA84F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648F574-4612-C02B-809A-6A314B55FE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2D9A3-4D45-43FD-B518-9F6DCC35D66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645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485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3D651-EC0A-D6EB-EDFF-3115CABA2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614FD296-C70E-99EF-49FC-289154AA98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7969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図 68">
            <a:extLst>
              <a:ext uri="{FF2B5EF4-FFF2-40B4-BE49-F238E27FC236}">
                <a16:creationId xmlns:a16="http://schemas.microsoft.com/office/drawing/2014/main" id="{9BEFA6FF-0FE5-81A3-EE2C-AEE867EF29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525" y="1198562"/>
            <a:ext cx="3486150" cy="1819275"/>
          </a:xfrm>
          <a:prstGeom prst="rect">
            <a:avLst/>
          </a:prstGeom>
        </p:spPr>
      </p:pic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CDA754EF-F028-5103-7E73-18C45CE2E429}"/>
              </a:ext>
            </a:extLst>
          </p:cNvPr>
          <p:cNvSpPr/>
          <p:nvPr/>
        </p:nvSpPr>
        <p:spPr>
          <a:xfrm>
            <a:off x="939797" y="1388531"/>
            <a:ext cx="1800000" cy="7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2" name="図 71">
            <a:extLst>
              <a:ext uri="{FF2B5EF4-FFF2-40B4-BE49-F238E27FC236}">
                <a16:creationId xmlns:a16="http://schemas.microsoft.com/office/drawing/2014/main" id="{81C1A46F-ABD4-5BF1-142E-55DE79AF83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525" y="3207806"/>
            <a:ext cx="3486150" cy="1819275"/>
          </a:xfrm>
          <a:prstGeom prst="rect">
            <a:avLst/>
          </a:prstGeom>
        </p:spPr>
      </p:pic>
      <p:sp>
        <p:nvSpPr>
          <p:cNvPr id="73" name="正方形/長方形 72">
            <a:extLst>
              <a:ext uri="{FF2B5EF4-FFF2-40B4-BE49-F238E27FC236}">
                <a16:creationId xmlns:a16="http://schemas.microsoft.com/office/drawing/2014/main" id="{B82D7ECA-4C3E-66C1-1F63-26E177BA7BA3}"/>
              </a:ext>
            </a:extLst>
          </p:cNvPr>
          <p:cNvSpPr/>
          <p:nvPr/>
        </p:nvSpPr>
        <p:spPr>
          <a:xfrm>
            <a:off x="939797" y="4142844"/>
            <a:ext cx="1800000" cy="72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9269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61FB-91AA-1287-C987-2469A8216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36EBA46-EEDA-D0CB-7D75-569EDC41C1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70" name="正方形/長方形 69">
            <a:extLst>
              <a:ext uri="{FF2B5EF4-FFF2-40B4-BE49-F238E27FC236}">
                <a16:creationId xmlns:a16="http://schemas.microsoft.com/office/drawing/2014/main" id="{6A7922AC-AF57-4E2F-B4DB-563E2FB7CB17}"/>
              </a:ext>
            </a:extLst>
          </p:cNvPr>
          <p:cNvSpPr/>
          <p:nvPr/>
        </p:nvSpPr>
        <p:spPr>
          <a:xfrm>
            <a:off x="4566063" y="2192864"/>
            <a:ext cx="3087803" cy="26585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270854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2D93D535-CACA-8380-34C2-D0C0861ACD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0537" y="1490662"/>
            <a:ext cx="3590925" cy="3876675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7A5B397-DA30-10A9-3372-621A2BDC21DE}"/>
              </a:ext>
            </a:extLst>
          </p:cNvPr>
          <p:cNvSpPr/>
          <p:nvPr/>
        </p:nvSpPr>
        <p:spPr>
          <a:xfrm>
            <a:off x="6832600" y="1490662"/>
            <a:ext cx="855133" cy="4826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6449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5273C-31EF-FD48-5B5F-24A7A498B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6F7ACCB-F1AB-0E56-B6C1-68F03EDC91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2450" y="2776537"/>
            <a:ext cx="3467100" cy="130492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21BE025-56A0-8AA6-BD15-2F7A2FBBEF48}"/>
              </a:ext>
            </a:extLst>
          </p:cNvPr>
          <p:cNvSpPr/>
          <p:nvPr/>
        </p:nvSpPr>
        <p:spPr>
          <a:xfrm>
            <a:off x="6858000" y="2879195"/>
            <a:ext cx="855133" cy="48260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35252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44105-8489-A6E2-E32F-62106361B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670DBE5-4006-6E29-1881-87B37B5F28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0537" y="1490662"/>
            <a:ext cx="3590925" cy="3876675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AEEB806-9C0E-4DBD-510D-974180819068}"/>
              </a:ext>
            </a:extLst>
          </p:cNvPr>
          <p:cNvSpPr/>
          <p:nvPr/>
        </p:nvSpPr>
        <p:spPr>
          <a:xfrm>
            <a:off x="4411133" y="1913996"/>
            <a:ext cx="3335867" cy="286120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2694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AB3951A7-E4C4-E20D-730D-0A33F21169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EDE2E5D-ED2E-291B-CD96-70BD91EEC7AB}"/>
              </a:ext>
            </a:extLst>
          </p:cNvPr>
          <p:cNvSpPr/>
          <p:nvPr/>
        </p:nvSpPr>
        <p:spPr>
          <a:xfrm>
            <a:off x="4605867" y="3513667"/>
            <a:ext cx="2988733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96685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BC5ABCD-250D-981F-8A2E-B76ABD539B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1EA62F00-6ED4-9D98-9AE3-7FE60BFF6ACF}"/>
              </a:ext>
            </a:extLst>
          </p:cNvPr>
          <p:cNvSpPr/>
          <p:nvPr/>
        </p:nvSpPr>
        <p:spPr>
          <a:xfrm>
            <a:off x="460163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F80485C-C613-878C-F45C-5961E906B015}"/>
              </a:ext>
            </a:extLst>
          </p:cNvPr>
          <p:cNvSpPr/>
          <p:nvPr/>
        </p:nvSpPr>
        <p:spPr>
          <a:xfrm>
            <a:off x="4618564" y="3310469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50216697-8FFA-7D2E-B473-DE785384670F}"/>
              </a:ext>
            </a:extLst>
          </p:cNvPr>
          <p:cNvSpPr/>
          <p:nvPr/>
        </p:nvSpPr>
        <p:spPr>
          <a:xfrm>
            <a:off x="4618564" y="4758338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457857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8D075-8AB9-141D-E924-2749DD2F1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3444AFB-53AA-44DD-D324-C6DA33371C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53BD1708-87A1-818D-E56C-2E5E76BF1F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309" y="4762618"/>
            <a:ext cx="273230" cy="288000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7B0961D2-1840-3CBE-1965-F8F80920B546}"/>
              </a:ext>
            </a:extLst>
          </p:cNvPr>
          <p:cNvSpPr/>
          <p:nvPr/>
        </p:nvSpPr>
        <p:spPr>
          <a:xfrm>
            <a:off x="4610924" y="4762618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3E7332C-0420-B7B8-C37A-E856813E5D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309" y="3306534"/>
            <a:ext cx="273230" cy="28800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A1EB59D-4D2C-E378-D0D7-3347F47627CB}"/>
              </a:ext>
            </a:extLst>
          </p:cNvPr>
          <p:cNvSpPr/>
          <p:nvPr/>
        </p:nvSpPr>
        <p:spPr>
          <a:xfrm>
            <a:off x="6083303" y="1651001"/>
            <a:ext cx="1494368" cy="381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A10FADA-461E-58DB-661C-F7123EC48F78}"/>
              </a:ext>
            </a:extLst>
          </p:cNvPr>
          <p:cNvSpPr/>
          <p:nvPr/>
        </p:nvSpPr>
        <p:spPr>
          <a:xfrm>
            <a:off x="4610924" y="3306534"/>
            <a:ext cx="288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0531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BF86A5E-BC63-AFE8-CAC0-B5C0447CEE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B64FE77D-E774-D456-FA4F-9FC4FD49A046}"/>
              </a:ext>
            </a:extLst>
          </p:cNvPr>
          <p:cNvSpPr/>
          <p:nvPr/>
        </p:nvSpPr>
        <p:spPr>
          <a:xfrm>
            <a:off x="4433827" y="2082801"/>
            <a:ext cx="3253906" cy="351366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6167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図 12">
            <a:extLst>
              <a:ext uri="{FF2B5EF4-FFF2-40B4-BE49-F238E27FC236}">
                <a16:creationId xmlns:a16="http://schemas.microsoft.com/office/drawing/2014/main" id="{F7309A68-6820-1C20-9A19-459F9526C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0" y="1381125"/>
            <a:ext cx="3352800" cy="4095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240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A0BAD-9711-0B5E-CC80-2111A682A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9541C61-E39E-044F-37EE-D54EEFA93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462" y="2990850"/>
            <a:ext cx="3267075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745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0845FE9-CEDC-DAEE-DCD7-A3010CE85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3253" y="0"/>
            <a:ext cx="3045493" cy="6858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1D488634-66C1-7448-E908-0C66715264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3253" y="0"/>
            <a:ext cx="3045493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E7ADE3A-C8CD-0DB5-AA48-4F7FC17AC11E}"/>
              </a:ext>
            </a:extLst>
          </p:cNvPr>
          <p:cNvSpPr/>
          <p:nvPr/>
        </p:nvSpPr>
        <p:spPr>
          <a:xfrm flipV="1">
            <a:off x="4696295" y="5892799"/>
            <a:ext cx="2805172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9908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25A0294-4BA9-7C1B-CFC3-E12A1368FD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5312" y="1838325"/>
            <a:ext cx="3381375" cy="3181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5729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A159-CF72-F774-2B29-2C9ED7C01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F57276-F45F-35FB-A6F9-4803E11BAE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87" y="1896005"/>
            <a:ext cx="3324225" cy="31337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66B1F36-99BB-599F-FCD9-5873F80CD746}"/>
              </a:ext>
            </a:extLst>
          </p:cNvPr>
          <p:cNvSpPr/>
          <p:nvPr/>
        </p:nvSpPr>
        <p:spPr>
          <a:xfrm flipV="1">
            <a:off x="4569296" y="2319864"/>
            <a:ext cx="1535171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44210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D9CCBC-8352-CB98-4BDC-B59CC1E88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275F847-8715-4CF9-B23F-309C5F88BA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87" y="1896005"/>
            <a:ext cx="3324225" cy="31337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D2E1B11-1C32-DE7E-705E-68EFFB582E15}"/>
              </a:ext>
            </a:extLst>
          </p:cNvPr>
          <p:cNvSpPr/>
          <p:nvPr/>
        </p:nvSpPr>
        <p:spPr>
          <a:xfrm flipV="1">
            <a:off x="6110230" y="2319864"/>
            <a:ext cx="1535171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34903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459D3-4A37-BDED-61CC-929D55DF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8E23968-CA56-87D8-20FD-4A1CF412FD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8675" y="2771775"/>
            <a:ext cx="2914650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541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CE1C86F-394D-7228-5D09-A46AC40F85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2338387"/>
            <a:ext cx="2886075" cy="218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171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54E5E1C-9168-E9E8-F309-55A95D7765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6762" y="828675"/>
            <a:ext cx="3038475" cy="52006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1C396B8-44D9-E3B3-F344-E267B40A79E9}"/>
              </a:ext>
            </a:extLst>
          </p:cNvPr>
          <p:cNvSpPr/>
          <p:nvPr/>
        </p:nvSpPr>
        <p:spPr>
          <a:xfrm flipV="1">
            <a:off x="4653963" y="1210730"/>
            <a:ext cx="2889837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59475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D391E-3108-5A63-6F1A-A963FF788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F1A3C65-EBFC-EF10-F1B8-310D2AE6FD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6762" y="828675"/>
            <a:ext cx="3038475" cy="52006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EE9399F-8336-D58C-A002-E5E98B5FD437}"/>
              </a:ext>
            </a:extLst>
          </p:cNvPr>
          <p:cNvSpPr/>
          <p:nvPr/>
        </p:nvSpPr>
        <p:spPr>
          <a:xfrm flipV="1">
            <a:off x="5630333" y="1871128"/>
            <a:ext cx="8043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066956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CA7EB-6CF2-1140-2BA3-1B3478FF5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BA2DC79-03F2-CA94-251E-21D91AE3F2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6762" y="828675"/>
            <a:ext cx="3038475" cy="520065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4092FB67-52DF-9134-2E57-AE27D0A7E67E}"/>
              </a:ext>
            </a:extLst>
          </p:cNvPr>
          <p:cNvSpPr/>
          <p:nvPr/>
        </p:nvSpPr>
        <p:spPr>
          <a:xfrm flipV="1">
            <a:off x="6423501" y="1871128"/>
            <a:ext cx="815500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51751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A2E4309-B825-B15E-7F59-BB09AB08F0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6787" y="1281112"/>
            <a:ext cx="2638425" cy="429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2358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B22C986-0CFE-DBD4-6A66-C305E667F9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1287" y="542925"/>
            <a:ext cx="2714625" cy="577215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39A975B8-2524-F826-B601-460FD2174E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5395" y="542925"/>
            <a:ext cx="2505075" cy="5591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790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338C07A-CB51-534C-3497-E15E2A0487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2025" y="2409825"/>
            <a:ext cx="2647950" cy="203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2898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5F5A-7B9C-4E83-E795-7A7ECD262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DE889190-B4E3-3294-BF8B-F3599D2BE6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827" y="0"/>
            <a:ext cx="3324345" cy="68580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8043207-9974-88F2-0FAE-801FB71CCC30}"/>
              </a:ext>
            </a:extLst>
          </p:cNvPr>
          <p:cNvSpPr/>
          <p:nvPr/>
        </p:nvSpPr>
        <p:spPr>
          <a:xfrm flipV="1">
            <a:off x="4899500" y="5511794"/>
            <a:ext cx="2364899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A902122-521E-13FF-7E23-46F6CC4FA9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1037" y="2033587"/>
            <a:ext cx="3209925" cy="279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6151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E80AB4C0-C5A7-38B7-2DFC-72F29A36D4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9637" y="2562225"/>
            <a:ext cx="2752725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1573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1F987-108D-EDB6-9D22-06DE2A3AC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8F31A9-8301-148D-080D-1709C313DA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3450" y="2443162"/>
            <a:ext cx="2705100" cy="1971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9329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B352F-91CF-A91C-285F-17C7D3999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F3587FB-7028-BEB4-86FE-A2B8DB90EB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7737" y="1733550"/>
            <a:ext cx="2676525" cy="339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2904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C120D-A393-DF3C-E975-A41E3C4E7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C5CEFDF-BE3C-7C2C-5487-C0A001843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62500" y="2247900"/>
            <a:ext cx="2667000" cy="236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417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AB386-3CC0-670E-7550-FCA624CB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257781-7CF6-B857-8814-A87A0E4546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262" y="1814512"/>
            <a:ext cx="3419475" cy="32289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8B49FAD-4139-03DA-5416-B6AB4735B882}"/>
              </a:ext>
            </a:extLst>
          </p:cNvPr>
          <p:cNvSpPr/>
          <p:nvPr/>
        </p:nvSpPr>
        <p:spPr>
          <a:xfrm flipV="1">
            <a:off x="4543900" y="4639726"/>
            <a:ext cx="3160767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18340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C21D1-957D-6B1F-78E8-21AA10ACC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BB7CB5-CB5B-4907-C9BF-603E292838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52FDC3A-8A74-4BAC-E71C-819DDC554413}"/>
              </a:ext>
            </a:extLst>
          </p:cNvPr>
          <p:cNvSpPr/>
          <p:nvPr/>
        </p:nvSpPr>
        <p:spPr>
          <a:xfrm flipV="1">
            <a:off x="5238168" y="2506125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BEBF098-3577-BB14-6EC3-3D4D599ED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4289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D79CA-7394-D384-482F-4B972B147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F73298A-4610-01B2-06CD-7FEFFAA849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C324923-B45E-8392-3DD1-896A729AB487}"/>
              </a:ext>
            </a:extLst>
          </p:cNvPr>
          <p:cNvSpPr/>
          <p:nvPr/>
        </p:nvSpPr>
        <p:spPr>
          <a:xfrm flipV="1">
            <a:off x="5238168" y="345439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5AC51E-DC32-BA4C-B251-8054B8CD8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1638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567D-CE97-1427-8674-A4071E2E8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11FE95-1EC2-5A4B-A343-47DC512FC8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2962" y="1500187"/>
            <a:ext cx="2886075" cy="385762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AD9E1D3-2481-F309-19F8-9ED8ACEF84DB}"/>
              </a:ext>
            </a:extLst>
          </p:cNvPr>
          <p:cNvSpPr/>
          <p:nvPr/>
        </p:nvSpPr>
        <p:spPr>
          <a:xfrm flipV="1">
            <a:off x="5238168" y="4538130"/>
            <a:ext cx="2051634" cy="4487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1BD42D6-8661-9709-621F-BEF69EAC91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523" y="1651849"/>
            <a:ext cx="2889754" cy="385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5343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0844C9C-B6C1-686F-2051-A94D9FEF0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937" y="2790825"/>
            <a:ext cx="2524125" cy="1276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9241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424E-70CB-EF93-C89C-492956C99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6E4131BB-A119-5036-53BB-92DAD59D2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887" y="419100"/>
            <a:ext cx="2562225" cy="6019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63BDCF-985B-31CA-8A6D-491BB10636E2}"/>
              </a:ext>
            </a:extLst>
          </p:cNvPr>
          <p:cNvSpPr/>
          <p:nvPr/>
        </p:nvSpPr>
        <p:spPr>
          <a:xfrm flipV="1">
            <a:off x="5070182" y="821267"/>
            <a:ext cx="2143418" cy="2946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899E7AEE-799F-8367-3745-3FBDE75F9C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0396" y="419100"/>
            <a:ext cx="2560542" cy="601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7006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B9DD9-C8F6-79DC-8A66-86C08A7D3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C7CCE6A-0003-DB92-F4D2-6B0E235F23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887" y="419100"/>
            <a:ext cx="2562225" cy="6019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92D27DD-7358-7C0D-5AAB-216D7EE0AACB}"/>
              </a:ext>
            </a:extLst>
          </p:cNvPr>
          <p:cNvSpPr/>
          <p:nvPr/>
        </p:nvSpPr>
        <p:spPr>
          <a:xfrm flipV="1">
            <a:off x="5070182" y="3759199"/>
            <a:ext cx="2143418" cy="7196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FE6069FC-B996-C748-B1F1-D6307C9C93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662" y="73230"/>
            <a:ext cx="2560542" cy="601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9168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F601E-E322-F893-67C5-BD9355B10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F285D24-E4E9-771D-C3D3-DA5017C498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887" y="419100"/>
            <a:ext cx="2562225" cy="6019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A869A6E-1B18-7347-04E3-685DF3B17D37}"/>
              </a:ext>
            </a:extLst>
          </p:cNvPr>
          <p:cNvSpPr/>
          <p:nvPr/>
        </p:nvSpPr>
        <p:spPr>
          <a:xfrm flipV="1">
            <a:off x="5070182" y="4512733"/>
            <a:ext cx="2143418" cy="17949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4B925026-3175-2756-3385-A91ACCBFE7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8462" y="290393"/>
            <a:ext cx="2560542" cy="6017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68562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6B840-2BD1-5BCF-2D53-31F094618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3BD7B02-8140-E016-1BC4-075022259E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4887" y="419100"/>
            <a:ext cx="2562225" cy="60198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314714B-2A0D-7F32-F43F-7597E322DBBD}"/>
              </a:ext>
            </a:extLst>
          </p:cNvPr>
          <p:cNvSpPr/>
          <p:nvPr/>
        </p:nvSpPr>
        <p:spPr>
          <a:xfrm flipV="1">
            <a:off x="5070182" y="5850468"/>
            <a:ext cx="2143418" cy="4148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986142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755E-91F3-9385-8A86-5C7AC01AA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E34124C-A4E0-9034-E85B-420AB62D00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0125" y="1604962"/>
            <a:ext cx="2571750" cy="3648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EF0E347-8B97-9EF7-8D32-4F437CD3F185}"/>
              </a:ext>
            </a:extLst>
          </p:cNvPr>
          <p:cNvSpPr/>
          <p:nvPr/>
        </p:nvSpPr>
        <p:spPr>
          <a:xfrm flipV="1">
            <a:off x="5007963" y="2013252"/>
            <a:ext cx="2250088" cy="104835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E85E898-2D88-8D67-F51D-362ECCD4AC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582" y="1330946"/>
            <a:ext cx="2572735" cy="3651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07988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EF4F2-B424-4202-81E6-D49A26EE8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064A367-3CCE-E335-BE53-DD0D2578F7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0125" y="1604962"/>
            <a:ext cx="2571750" cy="3648075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9934DA8-5692-391E-CDB3-1E02224D97F3}"/>
              </a:ext>
            </a:extLst>
          </p:cNvPr>
          <p:cNvSpPr/>
          <p:nvPr/>
        </p:nvSpPr>
        <p:spPr>
          <a:xfrm flipV="1">
            <a:off x="5007963" y="3102429"/>
            <a:ext cx="2250088" cy="20165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E2E71A7-9269-9BA0-A363-032293C771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7390" y="1208482"/>
            <a:ext cx="2572735" cy="3651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32795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3099-171A-26F3-83E9-27EF25DB0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248DABA-F060-682F-D46B-5EA93A883D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19650" y="1240291"/>
            <a:ext cx="2552700" cy="6124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D944D9F-87BE-DB59-A04C-3F358F8DA394}"/>
              </a:ext>
            </a:extLst>
          </p:cNvPr>
          <p:cNvSpPr/>
          <p:nvPr/>
        </p:nvSpPr>
        <p:spPr>
          <a:xfrm flipV="1">
            <a:off x="5007963" y="1665514"/>
            <a:ext cx="2250088" cy="249827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BBF033D-CC0D-5DFA-78D7-8305D4E6AF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6010" y="661307"/>
            <a:ext cx="3045493" cy="685800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707EE898-5C64-C0F9-D72E-8E0A8306894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4157" y="-293915"/>
            <a:ext cx="304549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26584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8339E-D0C9-16BC-4916-9E8032F4E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465556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EDFCC-01A1-F2E2-6067-4E578EA4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5634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1F59A-F5E7-00D6-FF0C-6FADD0062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57492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468B2-B0DC-A3A1-2A29-A7BDD94C3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491883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2FB50-760A-ADC3-0EA5-279658E8C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1970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FEE67-5B91-3E9A-BF5B-000B17F4F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641181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770C2-9E2A-EFC2-B356-A54D3C7AB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2210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B7A77-5BAC-5F7D-40A9-22EABDFCC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095480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FDA59-C985-3C09-AEAB-A02C44AB4A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77421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473</TotalTime>
  <Words>0</Words>
  <Application>Microsoft Office PowerPoint</Application>
  <PresentationFormat>ワイド画面</PresentationFormat>
  <Paragraphs>0</Paragraphs>
  <Slides>51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51</vt:i4>
      </vt:variant>
    </vt:vector>
  </HeadingPairs>
  <TitlesOfParts>
    <vt:vector size="5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12</cp:revision>
  <dcterms:created xsi:type="dcterms:W3CDTF">2026-09-04T16:32:46Z</dcterms:created>
  <dcterms:modified xsi:type="dcterms:W3CDTF">2026-09-05T00:26:37Z</dcterms:modified>
</cp:coreProperties>
</file>