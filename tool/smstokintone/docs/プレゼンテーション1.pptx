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7" r:id="rId4"/>
    <p:sldId id="258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326" r:id="rId22"/>
    <p:sldId id="276" r:id="rId23"/>
    <p:sldId id="32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301" r:id="rId38"/>
    <p:sldId id="303" r:id="rId39"/>
    <p:sldId id="302" r:id="rId40"/>
    <p:sldId id="304" r:id="rId41"/>
    <p:sldId id="292" r:id="rId42"/>
    <p:sldId id="310" r:id="rId43"/>
    <p:sldId id="305" r:id="rId44"/>
    <p:sldId id="311" r:id="rId45"/>
    <p:sldId id="312" r:id="rId46"/>
    <p:sldId id="306" r:id="rId47"/>
    <p:sldId id="313" r:id="rId48"/>
    <p:sldId id="314" r:id="rId49"/>
    <p:sldId id="315" r:id="rId50"/>
    <p:sldId id="307" r:id="rId51"/>
    <p:sldId id="316" r:id="rId52"/>
    <p:sldId id="320" r:id="rId53"/>
    <p:sldId id="321" r:id="rId54"/>
    <p:sldId id="317" r:id="rId55"/>
    <p:sldId id="322" r:id="rId56"/>
    <p:sldId id="324" r:id="rId57"/>
    <p:sldId id="323" r:id="rId58"/>
    <p:sldId id="325" r:id="rId59"/>
    <p:sldId id="319" r:id="rId60"/>
    <p:sldId id="308" r:id="rId61"/>
    <p:sldId id="293" r:id="rId62"/>
    <p:sldId id="294" r:id="rId63"/>
    <p:sldId id="295" r:id="rId64"/>
    <p:sldId id="296" r:id="rId65"/>
    <p:sldId id="297" r:id="rId66"/>
    <p:sldId id="298" r:id="rId6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7" d="100"/>
          <a:sy n="77" d="100"/>
        </p:scale>
        <p:origin x="835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DA84E11-35A2-7B0B-EDF4-F8740AECAB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46C241D-0D2C-A665-6957-3F4DB24E1E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CFFE914-DD8A-AA6D-0100-65A03E63C4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4D2F235-0F93-9F2D-6F0A-484B16C0DF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CD86A0C-9CC4-65EA-A97B-06D7853733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967930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D861C2B-2A7C-2DD6-9A7C-D7A51BBD91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32AE5C0-DF8C-2B4E-895E-7D6EE0266B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FFDE19E-EAE0-E555-112E-D0264E96C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AD9DEC8-08A8-F1FB-DE67-EA13C4097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2D0DD51-9F13-C990-EAE2-EDA58492A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777105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8B55F2C-2B4D-9895-03F6-680B28F25D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8E4CB07-7C1F-CD63-FAAC-2BA139783B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0850D2F-B75C-FDF1-E829-7B5AE9C6A5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CCFEB95-4A9D-AC9D-F4E8-C65C23CA34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FEEFDBA-F932-1DEC-BD78-75DC4D29B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193743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3F6C977-6BB4-5BB9-0061-EE5703C37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91F2918-9F82-2F56-43B5-CB5DE82F94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07532A2-2E5F-C658-999F-5EE09E303A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3B28348-C3DA-FBBE-5F76-1C298844C3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6429C30-D03D-3097-6D41-77CD98ABB7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59F55D7-B04E-FA45-BF59-92EF62158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862702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973576C-9C80-D00E-940C-5DB5959ACA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2096D7E-C438-5336-EB7B-D0E74DA3C7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C8ADAB4-371B-A70A-1F70-894DD832CD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53FE877B-B2F3-A9FB-86A0-75EF6A1AAC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6D4D551-288C-CF5C-38AC-DD30735161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2F67EC7A-7CE0-D8C6-1DEB-B841ED15CD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87907315-47F0-B09F-E8A4-96FA79C1C9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659152C2-0654-4C1C-BE47-C731BBA16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867025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E354ADD-CD24-3441-29AC-2B67F872F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3EDB6177-E380-095E-B506-C102BAC480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D5BF503-1E66-C34E-6B83-2B9F8DE33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9A1AB96E-6506-F94A-4791-E2F75F5B16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397407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90B24BC6-5D30-B46B-E84A-5EBDE873D3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247332C-1BA4-29DB-36F8-EFEBA78217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EE878B9-E910-5BFB-BC7A-7384FBA0F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375952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E4BF99-FAB3-9FBD-6D35-B5245CFF59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466F36B-3ECF-983E-FBE2-985C4C3288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C531C3E-F288-2F65-0A41-CA28F3D2D7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D6B0C9E-1B87-696B-1E63-21F34F5718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5B9A5B4-B304-EA72-9B6C-03FEDD331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643FB90-8340-2619-4B0C-CE76DBB31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15279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5267CB2-3AC8-CEF9-E0FE-6E4DF5C8F9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019D4475-F870-1FED-7196-55A2194B2B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EFCF9DD-E8E9-2E11-DAA3-4709446C15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8916DC0-F31A-9E41-2399-D22392AD8A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9F6CFD4-F22A-A94E-5958-DF7BEA8C92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BA8BB79-35E7-DAA4-F99E-8499D74C74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720474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D72A0FB-70F6-E3F5-4A8D-466AFDD2CE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F6FD0F6-BF44-11FE-C5E0-E62D2036E4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EAED3D8-012D-8D00-B32B-52DF8859DD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4B94869-3F59-CF4E-D282-B655D7C2BF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C127205-62A7-42B8-5811-E736B06D8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40140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860904EF-1C4B-22C0-7609-B811C52AA08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BE6C8E5-3DC6-B80C-B3E6-A60E1247A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36AF550-65E4-D096-40BC-942AD333CD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0BA0BC3-3481-25B8-1D92-6EFE48C87B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7371AEC-712F-C9F5-6436-F1F9C00D7D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660561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563FB539-B248-DD52-FF5F-626FA6E9E1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D1C7D5C-5C4E-02D2-D125-F4C8F4A937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C736C42-4D8C-8C64-E98A-7F6C25F4FF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88909A-5A47-44E5-8560-CBEAA1DE666A}" type="datetimeFigureOut">
              <a:rPr kumimoji="1" lang="ja-JP" altLang="en-US" smtClean="0"/>
              <a:t>2026/9/6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70B3609-D0CC-6287-3AAE-34E9BDA84F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648F574-4612-C02B-809A-6A314B55FE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64538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JP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8.JP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38.JP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JP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JP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2.JP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JPG"/><Relationship Id="rId2" Type="http://schemas.openxmlformats.org/officeDocument/2006/relationships/image" Target="../media/image45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JPG"/><Relationship Id="rId2" Type="http://schemas.openxmlformats.org/officeDocument/2006/relationships/image" Target="../media/image45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JPG"/><Relationship Id="rId2" Type="http://schemas.openxmlformats.org/officeDocument/2006/relationships/image" Target="../media/image45.JP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JP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49.JP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49.JP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JP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JP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JP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5.JP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5.JP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JP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JP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JP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0.JP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JP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59.JP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B05147EE-EDD2-D67D-8F55-57C75E8FC94F}"/>
              </a:ext>
            </a:extLst>
          </p:cNvPr>
          <p:cNvSpPr/>
          <p:nvPr/>
        </p:nvSpPr>
        <p:spPr>
          <a:xfrm>
            <a:off x="1515291" y="2333897"/>
            <a:ext cx="1584000" cy="513806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tx1"/>
                </a:solidFill>
              </a:rPr>
              <a:t>トップ画面</a:t>
            </a:r>
          </a:p>
        </p:txBody>
      </p:sp>
    </p:spTree>
    <p:extLst>
      <p:ext uri="{BB962C8B-B14F-4D97-AF65-F5344CB8AC3E}">
        <p14:creationId xmlns:p14="http://schemas.microsoft.com/office/powerpoint/2010/main" val="3154857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23D651-EC0A-D6EB-EDFF-3115CABA21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7B73E852-2220-757F-C47A-B9F3099639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32156" y="877956"/>
            <a:ext cx="3076575" cy="426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79693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図 68">
            <a:extLst>
              <a:ext uri="{FF2B5EF4-FFF2-40B4-BE49-F238E27FC236}">
                <a16:creationId xmlns:a16="http://schemas.microsoft.com/office/drawing/2014/main" id="{9BEFA6FF-0FE5-81A3-EE2C-AEE867EF29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27185" y="1378592"/>
            <a:ext cx="3486150" cy="1819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92699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FE61FB-91AA-1287-C987-2469A82165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21B7BBC0-1B0F-724D-FCD6-D48003A3C2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9498" y="1895061"/>
            <a:ext cx="3028950" cy="259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70854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2D93D535-CACA-8380-34C2-D0C0861ACD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0537" y="1490662"/>
            <a:ext cx="3590925" cy="3876675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27A5B397-DA30-10A9-3372-621A2BDC21DE}"/>
              </a:ext>
            </a:extLst>
          </p:cNvPr>
          <p:cNvSpPr/>
          <p:nvPr/>
        </p:nvSpPr>
        <p:spPr>
          <a:xfrm>
            <a:off x="6832600" y="1490662"/>
            <a:ext cx="855133" cy="48260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764497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85273C-31EF-FD48-5B5F-24A7A498BA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F6F7ACCB-F1AB-0E56-B6C1-68F03EDC91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2450" y="2776537"/>
            <a:ext cx="3467100" cy="1304925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21BE025-56A0-8AA6-BD15-2F7A2FBBEF48}"/>
              </a:ext>
            </a:extLst>
          </p:cNvPr>
          <p:cNvSpPr/>
          <p:nvPr/>
        </p:nvSpPr>
        <p:spPr>
          <a:xfrm>
            <a:off x="6858000" y="2879195"/>
            <a:ext cx="855133" cy="48260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835252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244105-8489-A6E2-E32F-62106361B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9670DBE5-4006-6E29-1881-87B37B5F28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0537" y="1490662"/>
            <a:ext cx="3590925" cy="3876675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DAEEB806-9C0E-4DBD-510D-974180819068}"/>
              </a:ext>
            </a:extLst>
          </p:cNvPr>
          <p:cNvSpPr/>
          <p:nvPr/>
        </p:nvSpPr>
        <p:spPr>
          <a:xfrm>
            <a:off x="4411133" y="1913996"/>
            <a:ext cx="3335867" cy="286120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826941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AB3951A7-E4C4-E20D-730D-0A33F21169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3827" y="0"/>
            <a:ext cx="3324345" cy="685800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EDE2E5D-ED2E-291B-CD96-70BD91EEC7AB}"/>
              </a:ext>
            </a:extLst>
          </p:cNvPr>
          <p:cNvSpPr/>
          <p:nvPr/>
        </p:nvSpPr>
        <p:spPr>
          <a:xfrm>
            <a:off x="4605867" y="3513667"/>
            <a:ext cx="2988733" cy="381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96685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5BC5ABCD-250D-981F-8A2E-B76ABD539B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3827" y="0"/>
            <a:ext cx="3324345" cy="6858000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1EA62F00-6ED4-9D98-9AE3-7FE60BFF6ACF}"/>
              </a:ext>
            </a:extLst>
          </p:cNvPr>
          <p:cNvSpPr/>
          <p:nvPr/>
        </p:nvSpPr>
        <p:spPr>
          <a:xfrm>
            <a:off x="4601633" y="1651001"/>
            <a:ext cx="1494368" cy="381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F80485C-C613-878C-F45C-5961E906B015}"/>
              </a:ext>
            </a:extLst>
          </p:cNvPr>
          <p:cNvSpPr/>
          <p:nvPr/>
        </p:nvSpPr>
        <p:spPr>
          <a:xfrm>
            <a:off x="4618564" y="3310469"/>
            <a:ext cx="288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50216697-8FFA-7D2E-B473-DE785384670F}"/>
              </a:ext>
            </a:extLst>
          </p:cNvPr>
          <p:cNvSpPr/>
          <p:nvPr/>
        </p:nvSpPr>
        <p:spPr>
          <a:xfrm>
            <a:off x="4618564" y="4758338"/>
            <a:ext cx="288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457857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C8D075-8AB9-141D-E924-2749DD2F10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13444AFB-53AA-44DD-D324-C6DA33371C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3827" y="0"/>
            <a:ext cx="3324345" cy="6858000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53BD1708-87A1-818D-E56C-2E5E76BF1F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8309" y="4762618"/>
            <a:ext cx="273230" cy="288000"/>
          </a:xfrm>
          <a:prstGeom prst="rect">
            <a:avLst/>
          </a:prstGeom>
        </p:spPr>
      </p:pic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7B0961D2-1840-3CBE-1965-F8F80920B546}"/>
              </a:ext>
            </a:extLst>
          </p:cNvPr>
          <p:cNvSpPr/>
          <p:nvPr/>
        </p:nvSpPr>
        <p:spPr>
          <a:xfrm>
            <a:off x="4610924" y="4762618"/>
            <a:ext cx="288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73E7332C-0420-B7B8-C37A-E856813E5D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8309" y="3306534"/>
            <a:ext cx="273230" cy="288000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EA1EB59D-4D2C-E378-D0D7-3347F47627CB}"/>
              </a:ext>
            </a:extLst>
          </p:cNvPr>
          <p:cNvSpPr/>
          <p:nvPr/>
        </p:nvSpPr>
        <p:spPr>
          <a:xfrm>
            <a:off x="6083303" y="1651001"/>
            <a:ext cx="1494368" cy="381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A10FADA-461E-58DB-661C-F7123EC48F78}"/>
              </a:ext>
            </a:extLst>
          </p:cNvPr>
          <p:cNvSpPr/>
          <p:nvPr/>
        </p:nvSpPr>
        <p:spPr>
          <a:xfrm>
            <a:off x="4610924" y="3306534"/>
            <a:ext cx="288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905312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8BF86A5E-BC63-AFE8-CAC0-B5C0447CEE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3827" y="0"/>
            <a:ext cx="3324345" cy="685800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B64FE77D-E774-D456-FA4F-9FC4FD49A046}"/>
              </a:ext>
            </a:extLst>
          </p:cNvPr>
          <p:cNvSpPr/>
          <p:nvPr/>
        </p:nvSpPr>
        <p:spPr>
          <a:xfrm>
            <a:off x="4433827" y="2082801"/>
            <a:ext cx="3253906" cy="351366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961679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図 12">
            <a:extLst>
              <a:ext uri="{FF2B5EF4-FFF2-40B4-BE49-F238E27FC236}">
                <a16:creationId xmlns:a16="http://schemas.microsoft.com/office/drawing/2014/main" id="{F7309A68-6820-1C20-9A19-459F9526CA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19600" y="1381125"/>
            <a:ext cx="3352800" cy="4095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12407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0A0BAD-9711-0B5E-CC80-2111A682A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A9541C61-E39E-044F-37EE-D54EEFA935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2462" y="2990850"/>
            <a:ext cx="3267075" cy="876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8745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E0845FE9-CEDC-DAEE-DCD7-A3010CE851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3253" y="0"/>
            <a:ext cx="3045493" cy="685800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1D488634-66C1-7448-E908-0C66715264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3253" y="0"/>
            <a:ext cx="3045493" cy="6858000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E7ADE3A-C8CD-0DB5-AA48-4F7FC17AC11E}"/>
              </a:ext>
            </a:extLst>
          </p:cNvPr>
          <p:cNvSpPr/>
          <p:nvPr/>
        </p:nvSpPr>
        <p:spPr>
          <a:xfrm flipV="1">
            <a:off x="4696295" y="5892799"/>
            <a:ext cx="2805172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599088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925A0294-4BA9-7C1B-CFC3-E12A1368FD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5312" y="1838325"/>
            <a:ext cx="3381375" cy="3181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5729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DA159-CF72-F774-2B29-2C9ED7C012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F7F57276-F45F-35FB-A6F9-4803E11BAE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3887" y="1896005"/>
            <a:ext cx="3324225" cy="3133725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F66B1F36-99BB-599F-FCD9-5873F80CD746}"/>
              </a:ext>
            </a:extLst>
          </p:cNvPr>
          <p:cNvSpPr/>
          <p:nvPr/>
        </p:nvSpPr>
        <p:spPr>
          <a:xfrm flipV="1">
            <a:off x="4569296" y="2319864"/>
            <a:ext cx="1535171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644210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D9CCBC-8352-CB98-4BDC-B59CC1E88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2275F847-8715-4CF9-B23F-309C5F88BA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3887" y="1896005"/>
            <a:ext cx="3324225" cy="31337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D2E1B11-1C32-DE7E-705E-68EFFB582E15}"/>
              </a:ext>
            </a:extLst>
          </p:cNvPr>
          <p:cNvSpPr/>
          <p:nvPr/>
        </p:nvSpPr>
        <p:spPr>
          <a:xfrm flipV="1">
            <a:off x="6110230" y="2319864"/>
            <a:ext cx="1535171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34903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459D3-4A37-BDED-61CC-929D55DFD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38E23968-CA56-87D8-20FD-4A1CF412FD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8675" y="2771775"/>
            <a:ext cx="2914650" cy="1314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55417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5CE1C86F-394D-7228-5D09-A46AC40F85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2962" y="2338387"/>
            <a:ext cx="2886075" cy="2181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1712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AE330668-03B5-F00F-B108-63EF0390DB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2475" y="80962"/>
            <a:ext cx="3067050" cy="6696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594751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5C8C15-1FAF-77F6-BFF5-AEE3102C9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25F6CE8B-2790-22AC-0DA5-793329885E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8360" y="813430"/>
            <a:ext cx="3371850" cy="535305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A98EC3B2-1F4C-E23B-371E-8AD27AD97D95}"/>
              </a:ext>
            </a:extLst>
          </p:cNvPr>
          <p:cNvSpPr/>
          <p:nvPr/>
        </p:nvSpPr>
        <p:spPr>
          <a:xfrm flipV="1">
            <a:off x="5594487" y="1254270"/>
            <a:ext cx="3312000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EF0CC4CA-10AB-F250-26FF-1BD214F3E5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8523" y="685722"/>
            <a:ext cx="3377477" cy="5358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18521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9D391E-3108-5A63-6F1A-A963FF7880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29F66498-02B6-803C-8EC4-72E4229DDE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8360" y="813430"/>
            <a:ext cx="3371850" cy="535305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EE9399F-8336-D58C-A002-E5E98B5FD437}"/>
              </a:ext>
            </a:extLst>
          </p:cNvPr>
          <p:cNvSpPr/>
          <p:nvPr/>
        </p:nvSpPr>
        <p:spPr>
          <a:xfrm flipV="1">
            <a:off x="6727612" y="2019175"/>
            <a:ext cx="900000" cy="39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8AFED170-6486-82D1-926C-971B1C2A5E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7261" y="749576"/>
            <a:ext cx="3377477" cy="5358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06695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507EB-B9EB-6CE3-3539-F87CBA4CAD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8A8B7C09-9840-05FC-6F12-78BB906A12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8360" y="813430"/>
            <a:ext cx="3371850" cy="53530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3F097537-6127-9838-6BBD-8BBA24BE5C77}"/>
              </a:ext>
            </a:extLst>
          </p:cNvPr>
          <p:cNvSpPr/>
          <p:nvPr/>
        </p:nvSpPr>
        <p:spPr>
          <a:xfrm flipV="1">
            <a:off x="7615888" y="2019175"/>
            <a:ext cx="900000" cy="39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25D63C66-7924-2485-8225-5E0EB6F23B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7261" y="749576"/>
            <a:ext cx="3377477" cy="5358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817966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3C587D60-F13D-FDAD-3F95-2700F6882E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9650" y="1600200"/>
            <a:ext cx="2552700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723583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5B22C986-0CFE-DBD4-6A66-C305E667F9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1287" y="542925"/>
            <a:ext cx="2714625" cy="5772150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39A975B8-2524-F826-B601-460FD2174E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5395" y="542925"/>
            <a:ext cx="2505075" cy="5591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927902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C338C07A-CB51-534C-3497-E15E2A0487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2025" y="2409825"/>
            <a:ext cx="2647950" cy="2038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728988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075F5A-7B9C-4E83-E795-7A7ECD262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DE889190-B4E3-3294-BF8B-F3599D2BE6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3827" y="0"/>
            <a:ext cx="3324345" cy="6858000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38043207-9974-88F2-0FAE-801FB71CCC30}"/>
              </a:ext>
            </a:extLst>
          </p:cNvPr>
          <p:cNvSpPr/>
          <p:nvPr/>
        </p:nvSpPr>
        <p:spPr>
          <a:xfrm flipV="1">
            <a:off x="4899500" y="5511794"/>
            <a:ext cx="2364899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2A902122-521E-13FF-7E23-46F6CC4FA9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1037" y="2033587"/>
            <a:ext cx="3209925" cy="2790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761510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E80AB4C0-C5A7-38B7-2DFC-72F29A36D4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19637" y="2562225"/>
            <a:ext cx="2752725" cy="1733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815737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71F987-108D-EDB6-9D22-06DE2A3ACC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FC8F31A9-8301-148D-080D-1709C313DA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43450" y="2443162"/>
            <a:ext cx="2705100" cy="19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493290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7B352F-91CF-A91C-285F-17C7D3999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1F3587FB-7028-BEB4-86FE-A2B8DB90EB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57737" y="1733550"/>
            <a:ext cx="2676525" cy="3390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029041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EC120D-A393-DF3C-E975-A41E3C4E7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FC5CEFDF-BE3C-7C2C-5487-C0A001843F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2500" y="2247900"/>
            <a:ext cx="2667000" cy="2362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594173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BAB386-3CC0-670E-7550-FCA624CB0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BC257781-7CF6-B857-8814-A87A0E4546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6262" y="1814512"/>
            <a:ext cx="3419475" cy="3228975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F8B49FAD-4139-03DA-5416-B6AB4735B882}"/>
              </a:ext>
            </a:extLst>
          </p:cNvPr>
          <p:cNvSpPr/>
          <p:nvPr/>
        </p:nvSpPr>
        <p:spPr>
          <a:xfrm flipV="1">
            <a:off x="4543900" y="4639726"/>
            <a:ext cx="3160767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0183409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AC21D1-957D-6B1F-78E8-21AA10ACC2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CBBB7CB5-CB5B-4907-C9BF-603E292838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2962" y="1500187"/>
            <a:ext cx="2886075" cy="38576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52FDC3A-8A74-4BAC-E71C-819DDC554413}"/>
              </a:ext>
            </a:extLst>
          </p:cNvPr>
          <p:cNvSpPr/>
          <p:nvPr/>
        </p:nvSpPr>
        <p:spPr>
          <a:xfrm flipV="1">
            <a:off x="5238168" y="2506125"/>
            <a:ext cx="2051634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CBEBF098-3577-BB14-6EC3-3D4D599ED7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523" y="1651849"/>
            <a:ext cx="2889754" cy="3859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442898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D79CA-7394-D384-482F-4B972B147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F73298A-4610-01B2-06CD-7FEFFAA849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2962" y="1500187"/>
            <a:ext cx="2886075" cy="3857625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2C324923-B45E-8392-3DD1-896A729AB487}"/>
              </a:ext>
            </a:extLst>
          </p:cNvPr>
          <p:cNvSpPr/>
          <p:nvPr/>
        </p:nvSpPr>
        <p:spPr>
          <a:xfrm flipV="1">
            <a:off x="5238168" y="3454390"/>
            <a:ext cx="2051634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DC5AC51E-DC32-BA4C-B251-8054B8CD8E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523" y="1651849"/>
            <a:ext cx="2889754" cy="3859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316389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EE567D-CE97-1427-8674-A4071E2E81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9E11FE95-1EC2-5A4B-A343-47DC512FC8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2962" y="1500187"/>
            <a:ext cx="2886075" cy="3857625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8AD9E1D3-2481-F309-19F8-9ED8ACEF84DB}"/>
              </a:ext>
            </a:extLst>
          </p:cNvPr>
          <p:cNvSpPr/>
          <p:nvPr/>
        </p:nvSpPr>
        <p:spPr>
          <a:xfrm flipV="1">
            <a:off x="5238168" y="4538130"/>
            <a:ext cx="2051634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E1BD42D6-8661-9709-621F-BEF69EAC91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523" y="1651849"/>
            <a:ext cx="2889754" cy="3859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653431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60844C9C-B6C1-686F-2051-A94D9FEF06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937" y="2790825"/>
            <a:ext cx="2524125" cy="1276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992411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78424E-70CB-EF93-C89C-492956C99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6E4131BB-A119-5036-53BB-92DAD59D24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4887" y="419100"/>
            <a:ext cx="2562225" cy="601980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063BDCF-985B-31CA-8A6D-491BB10636E2}"/>
              </a:ext>
            </a:extLst>
          </p:cNvPr>
          <p:cNvSpPr/>
          <p:nvPr/>
        </p:nvSpPr>
        <p:spPr>
          <a:xfrm flipV="1">
            <a:off x="5070182" y="821267"/>
            <a:ext cx="2143418" cy="29464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899E7AEE-799F-8367-3745-3FBDE75F9C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0396" y="419100"/>
            <a:ext cx="2560542" cy="6017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670061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AB9DD9-C8F6-79DC-8A66-86C08A7D3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4C7CCE6A-0003-DB92-F4D2-6B0E235F23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4887" y="419100"/>
            <a:ext cx="2562225" cy="601980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592D27DD-7358-7C0D-5AAB-216D7EE0AACB}"/>
              </a:ext>
            </a:extLst>
          </p:cNvPr>
          <p:cNvSpPr/>
          <p:nvPr/>
        </p:nvSpPr>
        <p:spPr>
          <a:xfrm flipV="1">
            <a:off x="5070182" y="3759199"/>
            <a:ext cx="2143418" cy="71966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FE6069FC-B996-C748-B1F1-D6307C9C93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3662" y="73230"/>
            <a:ext cx="2560542" cy="6017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291687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BF601E-E322-F893-67C5-BD9355B10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5F285D24-E4E9-771D-C3D3-DA5017C498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4887" y="419100"/>
            <a:ext cx="2562225" cy="601980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5A869A6E-1B18-7347-04E3-685DF3B17D37}"/>
              </a:ext>
            </a:extLst>
          </p:cNvPr>
          <p:cNvSpPr/>
          <p:nvPr/>
        </p:nvSpPr>
        <p:spPr>
          <a:xfrm flipV="1">
            <a:off x="5070182" y="4512733"/>
            <a:ext cx="2143418" cy="179493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4B925026-3175-2756-3385-A91ACCBFE7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8462" y="290393"/>
            <a:ext cx="2560542" cy="6017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968562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76B840-2BD1-5BCF-2D53-31F094618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43BD7B02-8140-E016-1BC4-075022259E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4887" y="419100"/>
            <a:ext cx="2562225" cy="601980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6314714B-2A0D-7F32-F43F-7597E322DBBD}"/>
              </a:ext>
            </a:extLst>
          </p:cNvPr>
          <p:cNvSpPr/>
          <p:nvPr/>
        </p:nvSpPr>
        <p:spPr>
          <a:xfrm flipV="1">
            <a:off x="5070182" y="5850468"/>
            <a:ext cx="2143418" cy="41486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6986142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1755E-91F3-9385-8A86-5C7AC01AAA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9E34124C-A4E0-9034-E85B-420AB62D00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0125" y="1604962"/>
            <a:ext cx="2571750" cy="36480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EEF0E347-8B97-9EF7-8D32-4F437CD3F185}"/>
              </a:ext>
            </a:extLst>
          </p:cNvPr>
          <p:cNvSpPr/>
          <p:nvPr/>
        </p:nvSpPr>
        <p:spPr>
          <a:xfrm flipV="1">
            <a:off x="5007963" y="2013252"/>
            <a:ext cx="2250088" cy="104835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9E85E898-2D88-8D67-F51D-362ECCD4AC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1582" y="1330946"/>
            <a:ext cx="2572735" cy="3651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407988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EF4F2-B424-4202-81E6-D49A26EE8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B064A367-3CCE-E335-BE53-DD0D2578F7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0125" y="1604962"/>
            <a:ext cx="2571750" cy="3648075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F9934DA8-5692-391E-CDB3-1E02224D97F3}"/>
              </a:ext>
            </a:extLst>
          </p:cNvPr>
          <p:cNvSpPr/>
          <p:nvPr/>
        </p:nvSpPr>
        <p:spPr>
          <a:xfrm flipV="1">
            <a:off x="5007963" y="3102429"/>
            <a:ext cx="2250088" cy="20165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8E2E71A7-9269-9BA0-A363-032293C771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7390" y="1208482"/>
            <a:ext cx="2572735" cy="3651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327955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C53099-171A-26F3-83E9-27EF25DB09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D3526D83-1AB8-4F82-EF18-D1EF678391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2519" y="1514684"/>
            <a:ext cx="2371725" cy="2695575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BABDD248-C57C-2741-429B-5D6B820AA6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4244" y="1514684"/>
            <a:ext cx="2324100" cy="44958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D944D9F-87BE-DB59-A04C-3F358F8DA394}"/>
              </a:ext>
            </a:extLst>
          </p:cNvPr>
          <p:cNvSpPr/>
          <p:nvPr/>
        </p:nvSpPr>
        <p:spPr>
          <a:xfrm flipV="1">
            <a:off x="2545999" y="1864296"/>
            <a:ext cx="2064766" cy="113732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5" name="図 14">
            <a:extLst>
              <a:ext uri="{FF2B5EF4-FFF2-40B4-BE49-F238E27FC236}">
                <a16:creationId xmlns:a16="http://schemas.microsoft.com/office/drawing/2014/main" id="{56AE47C3-BB1C-07A9-26A0-D79A8A79A4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5788" y="1179381"/>
            <a:ext cx="4700423" cy="4499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265842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106E17-50B7-BBBD-3970-8205EE6A7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561EA138-D025-67D3-3031-2C3B1455D3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2519" y="1514684"/>
            <a:ext cx="2371725" cy="2695575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0D4C0D31-B4EA-0E1C-18E2-2811FE2B6C5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4244" y="1514684"/>
            <a:ext cx="2324100" cy="44958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4F71A8F-67DA-ECBA-6646-3E1A4BDBBB76}"/>
              </a:ext>
            </a:extLst>
          </p:cNvPr>
          <p:cNvSpPr/>
          <p:nvPr/>
        </p:nvSpPr>
        <p:spPr>
          <a:xfrm flipV="1">
            <a:off x="2545999" y="2987418"/>
            <a:ext cx="2064766" cy="113732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19150882-7D0A-BC00-7214-FE87150527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5788" y="1179381"/>
            <a:ext cx="4700423" cy="4499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64627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E3514F-4ABB-2B34-7A7B-44733981B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5BAA0F64-C621-5093-DDC2-41906EC9C6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2519" y="1514684"/>
            <a:ext cx="2371725" cy="2695575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DAB87FA6-BB56-94B8-533A-64ECDF07EC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4244" y="1514684"/>
            <a:ext cx="2324100" cy="44958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24916213-0B71-C464-4368-125A0D55F154}"/>
              </a:ext>
            </a:extLst>
          </p:cNvPr>
          <p:cNvSpPr/>
          <p:nvPr/>
        </p:nvSpPr>
        <p:spPr>
          <a:xfrm flipV="1">
            <a:off x="4893911" y="1514683"/>
            <a:ext cx="2064766" cy="436928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2358815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F8339E-D0C9-16BC-4916-9E8032F4E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C2728609-8D01-C327-60BB-0E6BD584F9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1222" y="600456"/>
            <a:ext cx="2640331" cy="4966853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FE8B0A3-BB58-866A-42BB-8770FBA77F66}"/>
              </a:ext>
            </a:extLst>
          </p:cNvPr>
          <p:cNvSpPr/>
          <p:nvPr/>
        </p:nvSpPr>
        <p:spPr>
          <a:xfrm flipV="1">
            <a:off x="5231337" y="987908"/>
            <a:ext cx="2239367" cy="131797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952164AF-3E54-B7E3-EBC4-7245310911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417" y="520330"/>
            <a:ext cx="2645893" cy="4962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465556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B8A31D-13EE-CADB-5226-65D201508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5A8FD00C-08B5-926D-5C6F-641956269A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1222" y="630274"/>
            <a:ext cx="2640331" cy="4966853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8F84BA2-C3CB-D06F-D82A-E560EE1FCDAB}"/>
              </a:ext>
            </a:extLst>
          </p:cNvPr>
          <p:cNvSpPr/>
          <p:nvPr/>
        </p:nvSpPr>
        <p:spPr>
          <a:xfrm flipV="1">
            <a:off x="5231337" y="2439021"/>
            <a:ext cx="2239367" cy="131797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99B525AA-1449-3C86-1AEA-98276ADA75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9914" y="613670"/>
            <a:ext cx="2645893" cy="4968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099061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6888CB-FD28-9584-AD4F-101C3C9BFE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CCE7DE68-48A4-033E-65C0-8C55107F6A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1222" y="630274"/>
            <a:ext cx="2640331" cy="4966853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E824850C-D4B2-FD5D-D163-3218A77D6117}"/>
              </a:ext>
            </a:extLst>
          </p:cNvPr>
          <p:cNvSpPr/>
          <p:nvPr/>
        </p:nvSpPr>
        <p:spPr>
          <a:xfrm flipV="1">
            <a:off x="5231337" y="3790742"/>
            <a:ext cx="2239367" cy="109931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DE752ACA-1476-7725-3441-A8E51EC9DF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273" y="765760"/>
            <a:ext cx="2645893" cy="4968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6863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6F2F7C-3ED2-E695-BEEA-645CCD68A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B7C33914-CE3F-AE00-68D5-BE15274ECC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1222" y="630274"/>
            <a:ext cx="2640331" cy="4966853"/>
          </a:xfrm>
          <a:prstGeom prst="rect">
            <a:avLst/>
          </a:prstGeom>
        </p:spPr>
      </p:pic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2E1FAD86-D865-4191-C9CF-BB3A828300FD}"/>
              </a:ext>
            </a:extLst>
          </p:cNvPr>
          <p:cNvSpPr/>
          <p:nvPr/>
        </p:nvSpPr>
        <p:spPr>
          <a:xfrm>
            <a:off x="5231337" y="4959626"/>
            <a:ext cx="2239367" cy="42738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1901964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EDFCC-01A1-F2E2-6067-4E578EA44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8CD32BEA-F260-8D21-A1D1-B0679D20C3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86337" y="1900031"/>
            <a:ext cx="3133725" cy="2362200"/>
          </a:xfrm>
          <a:prstGeom prst="rect">
            <a:avLst/>
          </a:prstGeom>
        </p:spPr>
      </p:pic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2179BB3F-8914-703E-D3BC-8D3B311C4D0B}"/>
              </a:ext>
            </a:extLst>
          </p:cNvPr>
          <p:cNvSpPr/>
          <p:nvPr/>
        </p:nvSpPr>
        <p:spPr>
          <a:xfrm>
            <a:off x="5354128" y="2425146"/>
            <a:ext cx="2507724" cy="16697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35E82C53-88BC-E03E-A857-A0063E3C31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479" y="1812001"/>
            <a:ext cx="3133616" cy="2359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756345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BFFC4B-D084-C9B9-3AB8-9679A22FA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9B508C4B-5B9F-EEF7-2B71-F3826D036E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5812" y="452437"/>
            <a:ext cx="3000375" cy="59531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E5D8787-D90E-77A2-A00E-DA33BE4234E1}"/>
              </a:ext>
            </a:extLst>
          </p:cNvPr>
          <p:cNvSpPr/>
          <p:nvPr/>
        </p:nvSpPr>
        <p:spPr>
          <a:xfrm>
            <a:off x="4926746" y="934275"/>
            <a:ext cx="2507724" cy="22760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3A3C5FAA-B35F-B074-9410-C3A9EF3EA1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297" y="344828"/>
            <a:ext cx="2999492" cy="5956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273348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BDAEEA-5AE3-DBF3-135C-60B6D94FD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A7DF0AA-BE7F-C4D1-9050-722A5A1F84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5812" y="452437"/>
            <a:ext cx="3000375" cy="59531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999FEC9-0243-EFA9-B288-D2FFA20B7B7F}"/>
              </a:ext>
            </a:extLst>
          </p:cNvPr>
          <p:cNvSpPr/>
          <p:nvPr/>
        </p:nvSpPr>
        <p:spPr>
          <a:xfrm flipV="1">
            <a:off x="4926746" y="3210338"/>
            <a:ext cx="2507724" cy="156044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8CB69C53-2149-77D8-7DD4-ED57B71B93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124" y="449254"/>
            <a:ext cx="2999492" cy="5956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828529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B1D960-DDAD-6373-4B72-4FA8D0D3D2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A25D9650-A1A2-F73A-135E-FED5F118B1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5812" y="452437"/>
            <a:ext cx="3000375" cy="59531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3414AF8-31A5-2984-2DEA-1664F94B54DF}"/>
              </a:ext>
            </a:extLst>
          </p:cNvPr>
          <p:cNvSpPr/>
          <p:nvPr/>
        </p:nvSpPr>
        <p:spPr>
          <a:xfrm>
            <a:off x="4926746" y="4800600"/>
            <a:ext cx="2507724" cy="13815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2782A42A-9CC7-DF7A-FE9F-22BB04CDBA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306" y="225823"/>
            <a:ext cx="2999492" cy="5956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76654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21C284-C2A0-3E10-72E3-53AACA51C1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E1EC8218-8151-5AD3-F2A7-F6C24CAE56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6300" y="461962"/>
            <a:ext cx="2082248" cy="4382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889620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C8285A-4D39-EBD6-F4C8-BA432FE56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F0122182-AACF-4E20-530C-5AC0D86506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1857375"/>
            <a:ext cx="3048000" cy="3143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267593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2546D-C15A-93F5-5C05-CDB698A421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C1C587A2-523A-41C6-4F2E-F1983416C9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7331" y="1857375"/>
            <a:ext cx="3048000" cy="3143250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BAB0FF27-A6CE-F7A8-76C7-E613A8ECCFD5}"/>
              </a:ext>
            </a:extLst>
          </p:cNvPr>
          <p:cNvSpPr/>
          <p:nvPr/>
        </p:nvSpPr>
        <p:spPr>
          <a:xfrm>
            <a:off x="7106479" y="2673626"/>
            <a:ext cx="2763078" cy="150081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BCE7D84F-51CA-9991-9ED0-5BB3E6C2BC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22443" y="2018170"/>
            <a:ext cx="3048264" cy="3139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479980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6BF3AD-96E8-4A2E-8EE7-F6AD0A337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01599F1C-C05B-20F5-758B-8161206E81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7331" y="1857375"/>
            <a:ext cx="3048000" cy="314325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F35770A0-F7A1-9AE7-9D0A-246DC1910557}"/>
              </a:ext>
            </a:extLst>
          </p:cNvPr>
          <p:cNvSpPr/>
          <p:nvPr/>
        </p:nvSpPr>
        <p:spPr>
          <a:xfrm>
            <a:off x="8816010" y="2087218"/>
            <a:ext cx="1043607" cy="50689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638BCB97-CBD8-3A09-AB17-E4C970D004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9459" y="1860913"/>
            <a:ext cx="3048264" cy="3139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459314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26CCE2-0EB0-D554-E15B-1B604363A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193C2D56-5FD2-8E63-3CFC-E9FED47207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3387" y="1466850"/>
            <a:ext cx="3705225" cy="39243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B0C8B24-C78C-6242-E743-70BDC30D01EB}"/>
              </a:ext>
            </a:extLst>
          </p:cNvPr>
          <p:cNvSpPr/>
          <p:nvPr/>
        </p:nvSpPr>
        <p:spPr>
          <a:xfrm>
            <a:off x="4243387" y="1555268"/>
            <a:ext cx="3628404" cy="48225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2876CE2C-DC78-0117-2FD4-7E25FFB393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672" y="1555268"/>
            <a:ext cx="3718882" cy="3920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776648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CE15AD-5D21-9DF2-6383-6637092894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729D42A0-8750-3EE5-0974-17AB1F205A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6300" y="461962"/>
            <a:ext cx="2819400" cy="59340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6BD2D63-6B9A-7570-56F9-EE800633EBE8}"/>
              </a:ext>
            </a:extLst>
          </p:cNvPr>
          <p:cNvSpPr/>
          <p:nvPr/>
        </p:nvSpPr>
        <p:spPr>
          <a:xfrm>
            <a:off x="4799979" y="6067633"/>
            <a:ext cx="2634491" cy="34828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FB051E8E-B4A7-88DF-157B-D22CA942D5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5902" y="633593"/>
            <a:ext cx="2816596" cy="5968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586269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C1F59A-F5E7-00D6-FF0C-6FADD0062F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1574924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8468B2-B0DC-A3A1-2A29-A7BDD94C3A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6491883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2FB50-760A-ADC3-0EA5-279658E8C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119709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CFEE67-5B91-3E9A-BF5B-000B17F4F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2641181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5770C2-9E2A-EFC2-B356-A54D3C7ABB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2210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3B7A77-5BAC-5F7D-40A9-22EABDFCC4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0954802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EFDA59-C985-3C09-AEAB-A02C44AB4A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677421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583</TotalTime>
  <Words>2</Words>
  <Application>Microsoft Office PowerPoint</Application>
  <PresentationFormat>ワイド画面</PresentationFormat>
  <Paragraphs>1</Paragraphs>
  <Slides>66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66</vt:i4>
      </vt:variant>
    </vt:vector>
  </HeadingPairs>
  <TitlesOfParts>
    <vt:vector size="7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直樹 石田</dc:creator>
  <cp:lastModifiedBy>直樹 石田</cp:lastModifiedBy>
  <cp:revision>25</cp:revision>
  <dcterms:created xsi:type="dcterms:W3CDTF">2026-09-04T16:32:46Z</dcterms:created>
  <dcterms:modified xsi:type="dcterms:W3CDTF">2026-09-05T23:42:51Z</dcterms:modified>
</cp:coreProperties>
</file>