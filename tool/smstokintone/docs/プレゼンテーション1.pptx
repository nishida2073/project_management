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326" r:id="rId22"/>
    <p:sldId id="276" r:id="rId23"/>
    <p:sldId id="32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301" r:id="rId38"/>
    <p:sldId id="303" r:id="rId39"/>
    <p:sldId id="302" r:id="rId40"/>
    <p:sldId id="304" r:id="rId41"/>
    <p:sldId id="292" r:id="rId42"/>
    <p:sldId id="310" r:id="rId43"/>
    <p:sldId id="305" r:id="rId44"/>
    <p:sldId id="311" r:id="rId45"/>
    <p:sldId id="312" r:id="rId46"/>
    <p:sldId id="306" r:id="rId47"/>
    <p:sldId id="313" r:id="rId48"/>
    <p:sldId id="314" r:id="rId49"/>
    <p:sldId id="315" r:id="rId50"/>
    <p:sldId id="307" r:id="rId51"/>
    <p:sldId id="316" r:id="rId52"/>
    <p:sldId id="320" r:id="rId53"/>
    <p:sldId id="321" r:id="rId54"/>
    <p:sldId id="317" r:id="rId55"/>
    <p:sldId id="322" r:id="rId56"/>
    <p:sldId id="324" r:id="rId57"/>
    <p:sldId id="323" r:id="rId58"/>
    <p:sldId id="325" r:id="rId59"/>
    <p:sldId id="319" r:id="rId60"/>
    <p:sldId id="308" r:id="rId61"/>
    <p:sldId id="293" r:id="rId62"/>
    <p:sldId id="294" r:id="rId63"/>
    <p:sldId id="295" r:id="rId64"/>
    <p:sldId id="296" r:id="rId65"/>
    <p:sldId id="297" r:id="rId66"/>
    <p:sldId id="298" r:id="rId6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88" d="100"/>
          <a:sy n="88" d="100"/>
        </p:scale>
        <p:origin x="422" y="-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14FD296-C70E-99EF-49FC-289154AA9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図 68">
            <a:extLst>
              <a:ext uri="{FF2B5EF4-FFF2-40B4-BE49-F238E27FC236}">
                <a16:creationId xmlns:a16="http://schemas.microsoft.com/office/drawing/2014/main" id="{9BEFA6FF-0FE5-81A3-EE2C-AEE867EF2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185" y="1378592"/>
            <a:ext cx="3486150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1B7BBC0-1B0F-724D-FCD6-D48003A3C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8" y="1895061"/>
            <a:ext cx="302895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D93D535-CACA-8380-34C2-D0C0861A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6832600" y="1490662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F7ACCB-F1AB-0E56-B6C1-68F03EDC9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2776537"/>
            <a:ext cx="3467100" cy="13049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6858000" y="2879195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70DBE5-4006-6E29-1881-87B37B5F2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4411133" y="1913996"/>
            <a:ext cx="3335867" cy="28612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3951A7-E4C4-E20D-730D-0A33F2116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05867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BC5ABCD-250D-981F-8A2E-B76ABD539B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18564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18564" y="47583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3444AFB-53AA-44DD-D324-C6DA33371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53BD1708-87A1-818D-E56C-2E5E76BF1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4762618"/>
            <a:ext cx="273230" cy="28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B0961D2-1840-3CBE-1965-F8F80920B546}"/>
              </a:ext>
            </a:extLst>
          </p:cNvPr>
          <p:cNvSpPr/>
          <p:nvPr/>
        </p:nvSpPr>
        <p:spPr>
          <a:xfrm>
            <a:off x="4610924" y="476261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E7332C-0420-B7B8-C37A-E856813E5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3306534"/>
            <a:ext cx="273230" cy="28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A1EB59D-4D2C-E378-D0D7-3347F47627CB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A10FADA-461E-58DB-661C-F7123EC48F78}"/>
              </a:ext>
            </a:extLst>
          </p:cNvPr>
          <p:cNvSpPr/>
          <p:nvPr/>
        </p:nvSpPr>
        <p:spPr>
          <a:xfrm>
            <a:off x="4610924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F86A5E-BC63-AFE8-CAC0-B5C0447CE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433827" y="2082801"/>
            <a:ext cx="3253906" cy="35136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7309A68-6820-1C20-9A19-459F9526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81125"/>
            <a:ext cx="3352800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0845FE9-CEDC-DAEE-DCD7-A3010CE85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D488634-66C1-7448-E908-0C6671526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96295" y="5892799"/>
            <a:ext cx="2805172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25A0294-4BA9-7C1B-CFC3-E12A1368F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312" y="1838325"/>
            <a:ext cx="338137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F57276-F45F-35FB-A6F9-4803E11BA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569296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75F847-8715-4CF9-B23F-309C5F88B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2E1B11-1C32-DE7E-705E-68EFFB582E15}"/>
              </a:ext>
            </a:extLst>
          </p:cNvPr>
          <p:cNvSpPr/>
          <p:nvPr/>
        </p:nvSpPr>
        <p:spPr>
          <a:xfrm flipV="1">
            <a:off x="6110230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E4131BB-A119-5036-53BB-92DAD59D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070182" y="821267"/>
            <a:ext cx="2143418" cy="2946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99E7AEE-799F-8367-3745-3FBDE75F9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396" y="41910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C7CCE6A-0003-DB92-F4D2-6B0E235F2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2D27DD-7358-7C0D-5AAB-216D7EE0AACB}"/>
              </a:ext>
            </a:extLst>
          </p:cNvPr>
          <p:cNvSpPr/>
          <p:nvPr/>
        </p:nvSpPr>
        <p:spPr>
          <a:xfrm flipV="1">
            <a:off x="5070182" y="3759199"/>
            <a:ext cx="2143418" cy="719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FE6069FC-B996-C748-B1F1-D6307C9C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62" y="7323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F285D24-E4E9-771D-C3D3-DA5017C498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A869A6E-1B18-7347-04E3-685DF3B17D37}"/>
              </a:ext>
            </a:extLst>
          </p:cNvPr>
          <p:cNvSpPr/>
          <p:nvPr/>
        </p:nvSpPr>
        <p:spPr>
          <a:xfrm flipV="1">
            <a:off x="5070182" y="4512733"/>
            <a:ext cx="2143418" cy="1794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B925026-3175-2756-3385-A91ACCBFE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462" y="290393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6B840-2BD1-5BCF-2D53-31F09461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3BD7B02-8140-E016-1BC4-075022259E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314714B-2A0D-7F32-F43F-7597E322DBBD}"/>
              </a:ext>
            </a:extLst>
          </p:cNvPr>
          <p:cNvSpPr/>
          <p:nvPr/>
        </p:nvSpPr>
        <p:spPr>
          <a:xfrm flipV="1">
            <a:off x="5070182" y="5850468"/>
            <a:ext cx="2143418" cy="4148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861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34124C-A4E0-9034-E85B-420AB62D0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007963" y="2013252"/>
            <a:ext cx="2250088" cy="10483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E85E898-2D88-8D67-F51D-362ECCD4A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582" y="1330946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064A367-3CCE-E335-BE53-DD0D2578F7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102429"/>
            <a:ext cx="2250088" cy="2016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E2E71A7-9269-9BA0-A363-032293C77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7390" y="1208482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BABDD248-C57C-2741-429B-5D6B820AA6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6AE47C3-BB1C-07A9-26A0-D79A8A79A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788" y="1179381"/>
            <a:ext cx="470042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0D4C0D31-B4EA-0E1C-18E2-2811FE2B6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9150882-7D0A-BC00-7214-FE87150527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788" y="1179381"/>
            <a:ext cx="470042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AB87FA6-BB56-94B8-533A-64ECDF07E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4893911" y="1514683"/>
            <a:ext cx="2064766" cy="4369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A0D055B-11A0-377F-3017-951754335A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600456"/>
            <a:ext cx="2714625" cy="503834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4896928" y="1057482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7AF4AFA-BE42-280F-AB03-E339DBA7E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973" y="493691"/>
            <a:ext cx="2712955" cy="50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EFAEBCE-C8DD-DD16-45B5-038A2DE1BB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600456"/>
            <a:ext cx="2714625" cy="503834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106A793-07AF-7E1F-AC83-3C8402BA86CB}"/>
              </a:ext>
            </a:extLst>
          </p:cNvPr>
          <p:cNvSpPr/>
          <p:nvPr/>
        </p:nvSpPr>
        <p:spPr>
          <a:xfrm flipV="1">
            <a:off x="4896928" y="2458900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D3D9143-D717-108C-3F44-B9293C554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939" y="39757"/>
            <a:ext cx="2712955" cy="50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AE8E93A-5AA3-C176-C6F0-20A6B094E8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600456"/>
            <a:ext cx="2714625" cy="503834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3A6EE87-D4A8-A501-72B6-295A23C9D18C}"/>
              </a:ext>
            </a:extLst>
          </p:cNvPr>
          <p:cNvSpPr/>
          <p:nvPr/>
        </p:nvSpPr>
        <p:spPr>
          <a:xfrm flipV="1">
            <a:off x="4896928" y="3830500"/>
            <a:ext cx="2239367" cy="111918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9D35A3C-50AF-010A-805A-870A2EE9D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652" y="509634"/>
            <a:ext cx="2712955" cy="50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0C5BBDC-D242-4402-370E-F42BE6DF1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600456"/>
            <a:ext cx="2714625" cy="503834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318069C-F94F-C44E-C313-76BF4774DA5B}"/>
              </a:ext>
            </a:extLst>
          </p:cNvPr>
          <p:cNvSpPr/>
          <p:nvPr/>
        </p:nvSpPr>
        <p:spPr>
          <a:xfrm>
            <a:off x="4896928" y="4999381"/>
            <a:ext cx="2239367" cy="4373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361F1B90-9D70-B2FB-2B1F-019FB9583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581" y="610395"/>
            <a:ext cx="2712955" cy="50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E1EC8218-8151-5AD3-F2A7-F6C24CAE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461962"/>
            <a:ext cx="2819400" cy="593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29D42A0-8750-3EE5-0974-17AB1F205A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461962"/>
            <a:ext cx="2819400" cy="5934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4799979" y="606763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B051E8E-B4A7-88DF-157B-D22CA942D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5902" y="633593"/>
            <a:ext cx="2816596" cy="59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1F59A-F5E7-00D6-FF0C-6FADD006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74924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468B2-B0DC-A3A1-2A29-A7BDD94C3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491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2FB50-760A-ADC3-0EA5-27965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970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FEE67-5B91-3E9A-BF5B-000B17F4F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64118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770C2-9E2A-EFC2-B356-A54D3C7AB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210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7A77-5BAC-5F7D-40A9-22EABDFC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95480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FDA59-C985-3C09-AEAB-A02C44AB4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42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</TotalTime>
  <Words>2</Words>
  <Application>Microsoft Office PowerPoint</Application>
  <PresentationFormat>ワイド画面</PresentationFormat>
  <Paragraphs>1</Paragraphs>
  <Slides>66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66</vt:i4>
      </vt:variant>
    </vt:vector>
  </HeadingPairs>
  <TitlesOfParts>
    <vt:vector size="7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23</cp:revision>
  <dcterms:created xsi:type="dcterms:W3CDTF">2026-09-04T16:32:46Z</dcterms:created>
  <dcterms:modified xsi:type="dcterms:W3CDTF">2026-09-05T08:07:18Z</dcterms:modified>
</cp:coreProperties>
</file>