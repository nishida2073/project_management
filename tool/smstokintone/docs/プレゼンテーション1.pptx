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01" r:id="rId37"/>
    <p:sldId id="303" r:id="rId38"/>
    <p:sldId id="302" r:id="rId39"/>
    <p:sldId id="304" r:id="rId40"/>
    <p:sldId id="292" r:id="rId41"/>
    <p:sldId id="310" r:id="rId42"/>
    <p:sldId id="305" r:id="rId43"/>
    <p:sldId id="311" r:id="rId44"/>
    <p:sldId id="312" r:id="rId45"/>
    <p:sldId id="306" r:id="rId46"/>
    <p:sldId id="313" r:id="rId47"/>
    <p:sldId id="314" r:id="rId48"/>
    <p:sldId id="315" r:id="rId49"/>
    <p:sldId id="307" r:id="rId50"/>
    <p:sldId id="316" r:id="rId51"/>
    <p:sldId id="320" r:id="rId52"/>
    <p:sldId id="321" r:id="rId53"/>
    <p:sldId id="317" r:id="rId54"/>
    <p:sldId id="322" r:id="rId55"/>
    <p:sldId id="324" r:id="rId56"/>
    <p:sldId id="323" r:id="rId57"/>
    <p:sldId id="325" r:id="rId58"/>
    <p:sldId id="319" r:id="rId59"/>
    <p:sldId id="308" r:id="rId60"/>
    <p:sldId id="293" r:id="rId61"/>
    <p:sldId id="294" r:id="rId62"/>
    <p:sldId id="295" r:id="rId63"/>
    <p:sldId id="296" r:id="rId64"/>
    <p:sldId id="297" r:id="rId65"/>
    <p:sldId id="298" r:id="rId6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14FD296-C70E-99EF-49FC-289154AA9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D93D535-CACA-8380-34C2-D0C0861A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70DBE5-4006-6E29-1881-87B37B5F2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3" y="1913996"/>
            <a:ext cx="3335867" cy="28612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845FE9-CEDC-DAEE-DCD7-A3010CE85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488634-66C1-7448-E908-0C6671526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96295" y="5892799"/>
            <a:ext cx="2805172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54E5E1C-9168-E9E8-F309-55A95D776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62" y="828675"/>
            <a:ext cx="3038475" cy="520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1C396B8-44D9-E3B3-F344-E267B40A79E9}"/>
              </a:ext>
            </a:extLst>
          </p:cNvPr>
          <p:cNvSpPr/>
          <p:nvPr/>
        </p:nvSpPr>
        <p:spPr>
          <a:xfrm flipV="1">
            <a:off x="4653963" y="1210730"/>
            <a:ext cx="288983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F1A3C65-EBFC-EF10-F1B8-310D2AE6F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62" y="828675"/>
            <a:ext cx="3038475" cy="520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5630333" y="1871128"/>
            <a:ext cx="8043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CA7EB-6CF2-1140-2BA3-1B3478FF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A2DC79-03F2-CA94-251E-21D91AE3F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62" y="828675"/>
            <a:ext cx="3038475" cy="520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92FB67-52DF-9134-2E57-AE27D0A7E67E}"/>
              </a:ext>
            </a:extLst>
          </p:cNvPr>
          <p:cNvSpPr/>
          <p:nvPr/>
        </p:nvSpPr>
        <p:spPr>
          <a:xfrm flipV="1">
            <a:off x="6423501" y="1871128"/>
            <a:ext cx="8155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5175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A2E4309-B825-B15E-7F59-BB09AB08F0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787" y="1281112"/>
            <a:ext cx="26384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4131BB-A119-5036-53BB-92DAD59D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070182" y="821267"/>
            <a:ext cx="2143418" cy="2946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99E7AEE-799F-8367-3745-3FBDE75F9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396" y="41910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C7CCE6A-0003-DB92-F4D2-6B0E235F2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2D27DD-7358-7C0D-5AAB-216D7EE0AACB}"/>
              </a:ext>
            </a:extLst>
          </p:cNvPr>
          <p:cNvSpPr/>
          <p:nvPr/>
        </p:nvSpPr>
        <p:spPr>
          <a:xfrm flipV="1">
            <a:off x="5070182" y="3759199"/>
            <a:ext cx="2143418" cy="719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E6069FC-B996-C748-B1F1-D6307C9C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62" y="7323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285D24-E4E9-771D-C3D3-DA5017C498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A869A6E-1B18-7347-04E3-685DF3B17D37}"/>
              </a:ext>
            </a:extLst>
          </p:cNvPr>
          <p:cNvSpPr/>
          <p:nvPr/>
        </p:nvSpPr>
        <p:spPr>
          <a:xfrm flipV="1">
            <a:off x="5070182" y="4512733"/>
            <a:ext cx="2143418" cy="1794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B925026-3175-2756-3385-A91ACCBFE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462" y="290393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B840-2BD1-5BCF-2D53-31F09461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3BD7B02-8140-E016-1BC4-075022259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14714B-2A0D-7F32-F43F-7597E322DBBD}"/>
              </a:ext>
            </a:extLst>
          </p:cNvPr>
          <p:cNvSpPr/>
          <p:nvPr/>
        </p:nvSpPr>
        <p:spPr>
          <a:xfrm flipV="1">
            <a:off x="5070182" y="5850468"/>
            <a:ext cx="2143418" cy="4148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861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34124C-A4E0-9034-E85B-420AB62D0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007963" y="2013252"/>
            <a:ext cx="2250088" cy="10483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E85E898-2D88-8D67-F51D-362ECCD4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582" y="1330946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064A367-3CCE-E335-BE53-DD0D2578F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102429"/>
            <a:ext cx="2250088" cy="2016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E2E71A7-9269-9BA0-A363-032293C77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390" y="1208482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ABDD248-C57C-2741-429B-5D6B820AA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6AE47C3-BB1C-07A9-26A0-D79A8A79A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788" y="1179381"/>
            <a:ext cx="470042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D4C0D31-B4EA-0E1C-18E2-2811FE2B6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9150882-7D0A-BC00-7214-FE87150527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788" y="1179381"/>
            <a:ext cx="470042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AB87FA6-BB56-94B8-533A-64ECDF07E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4893911" y="1514683"/>
            <a:ext cx="2064766" cy="4369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A0D055B-11A0-377F-3017-951754335A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4896928" y="1057482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AF4AFA-BE42-280F-AB03-E339DBA7E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973" y="493691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EFAEBCE-C8DD-DD16-45B5-038A2DE1BB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106A793-07AF-7E1F-AC83-3C8402BA86CB}"/>
              </a:ext>
            </a:extLst>
          </p:cNvPr>
          <p:cNvSpPr/>
          <p:nvPr/>
        </p:nvSpPr>
        <p:spPr>
          <a:xfrm flipV="1">
            <a:off x="4896928" y="2458900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D3D9143-D717-108C-3F44-B9293C554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939" y="39757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AE8E93A-5AA3-C176-C6F0-20A6B094E8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3A6EE87-D4A8-A501-72B6-295A23C9D18C}"/>
              </a:ext>
            </a:extLst>
          </p:cNvPr>
          <p:cNvSpPr/>
          <p:nvPr/>
        </p:nvSpPr>
        <p:spPr>
          <a:xfrm flipV="1">
            <a:off x="4896928" y="3830500"/>
            <a:ext cx="2239367" cy="111918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9D35A3C-50AF-010A-805A-870A2EE9D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652" y="509634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0C5BBDC-D242-4402-370E-F42BE6DF1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600456"/>
            <a:ext cx="2714625" cy="5038344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318069C-F94F-C44E-C313-76BF4774DA5B}"/>
              </a:ext>
            </a:extLst>
          </p:cNvPr>
          <p:cNvSpPr/>
          <p:nvPr/>
        </p:nvSpPr>
        <p:spPr>
          <a:xfrm>
            <a:off x="4896928" y="4999381"/>
            <a:ext cx="2239367" cy="4373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61F1B90-9D70-B2FB-2B1F-019FB9583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581" y="610395"/>
            <a:ext cx="2712955" cy="50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E1EC8218-8151-5AD3-F2A7-F6C24CAE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461962"/>
            <a:ext cx="2819400" cy="593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29D42A0-8750-3EE5-0974-17AB1F205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461962"/>
            <a:ext cx="2819400" cy="5934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4799979" y="606763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B051E8E-B4A7-88DF-157B-D22CA942D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902" y="633593"/>
            <a:ext cx="2816596" cy="59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F59A-F5E7-00D6-FF0C-6FADD006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7492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68B2-B0DC-A3A1-2A29-A7BDD94C3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49188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FB50-760A-ADC3-0EA5-27965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970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FEE67-5B91-3E9A-BF5B-000B17F4F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4118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70C2-9E2A-EFC2-B356-A54D3C7A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210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7A77-5BAC-5F7D-40A9-22EABDFC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95480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FDA59-C985-3C09-AEAB-A02C44AB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42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0</Words>
  <Application>Microsoft Office PowerPoint</Application>
  <PresentationFormat>ワイド画面</PresentationFormat>
  <Paragraphs>0</Paragraphs>
  <Slides>65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65</vt:i4>
      </vt:variant>
    </vt:vector>
  </HeadingPairs>
  <TitlesOfParts>
    <vt:vector size="6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20</cp:revision>
  <dcterms:created xsi:type="dcterms:W3CDTF">2026-09-04T16:32:46Z</dcterms:created>
  <dcterms:modified xsi:type="dcterms:W3CDTF">2026-09-05T03:53:17Z</dcterms:modified>
</cp:coreProperties>
</file>